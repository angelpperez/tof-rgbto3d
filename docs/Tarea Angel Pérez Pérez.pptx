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25"/>
  </p:notesMasterIdLst>
  <p:sldIdLst>
    <p:sldId id="257" r:id="rId2"/>
    <p:sldId id="307" r:id="rId3"/>
    <p:sldId id="314" r:id="rId4"/>
    <p:sldId id="308" r:id="rId5"/>
    <p:sldId id="312" r:id="rId6"/>
    <p:sldId id="346" r:id="rId7"/>
    <p:sldId id="327" r:id="rId8"/>
    <p:sldId id="328" r:id="rId9"/>
    <p:sldId id="333" r:id="rId10"/>
    <p:sldId id="334" r:id="rId11"/>
    <p:sldId id="310" r:id="rId12"/>
    <p:sldId id="337" r:id="rId13"/>
    <p:sldId id="336" r:id="rId14"/>
    <p:sldId id="338" r:id="rId15"/>
    <p:sldId id="322" r:id="rId16"/>
    <p:sldId id="323" r:id="rId17"/>
    <p:sldId id="340" r:id="rId18"/>
    <p:sldId id="343" r:id="rId19"/>
    <p:sldId id="344" r:id="rId20"/>
    <p:sldId id="345" r:id="rId21"/>
    <p:sldId id="347" r:id="rId22"/>
    <p:sldId id="339" r:id="rId23"/>
    <p:sldId id="329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F37DE7-B990-B85A-5A26-E3BCBB3407CE}" name="Angel Pérez Pérez" initials="APP" userId="Angel Pérez Pére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356E9-65F1-423A-BFC8-2E7D497E7EBB}" v="50" dt="2025-04-14T01:39:02.878"/>
    <p1510:client id="{8D028D19-BEE8-48A1-B777-54D2B6C3AAB4}" v="145" dt="2025-04-14T15:28:20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91889" autoAdjust="0"/>
  </p:normalViewPr>
  <p:slideViewPr>
    <p:cSldViewPr snapToGrid="0" snapToObjects="1">
      <p:cViewPr varScale="1">
        <p:scale>
          <a:sx n="72" d="100"/>
          <a:sy n="72" d="100"/>
        </p:scale>
        <p:origin x="9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Pérez Pérez" userId="601aed9219f2e6b2" providerId="LiveId" clId="{8D028D19-BEE8-48A1-B777-54D2B6C3AAB4}"/>
    <pc:docChg chg="undo custSel addSld delSld modSld">
      <pc:chgData name="Angel Pérez Pérez" userId="601aed9219f2e6b2" providerId="LiveId" clId="{8D028D19-BEE8-48A1-B777-54D2B6C3AAB4}" dt="2025-04-14T15:42:27.113" v="2655" actId="1076"/>
      <pc:docMkLst>
        <pc:docMk/>
      </pc:docMkLst>
      <pc:sldChg chg="modSp mod">
        <pc:chgData name="Angel Pérez Pérez" userId="601aed9219f2e6b2" providerId="LiveId" clId="{8D028D19-BEE8-48A1-B777-54D2B6C3AAB4}" dt="2025-04-14T15:21:14.345" v="2017" actId="114"/>
        <pc:sldMkLst>
          <pc:docMk/>
          <pc:sldMk cId="1443251574" sldId="260"/>
        </pc:sldMkLst>
        <pc:spChg chg="mod">
          <ac:chgData name="Angel Pérez Pérez" userId="601aed9219f2e6b2" providerId="LiveId" clId="{8D028D19-BEE8-48A1-B777-54D2B6C3AAB4}" dt="2025-04-14T15:21:14.345" v="2017" actId="114"/>
          <ac:spMkLst>
            <pc:docMk/>
            <pc:sldMk cId="1443251574" sldId="260"/>
            <ac:spMk id="7" creationId="{73308C67-46FA-AE27-259E-A0BBC318376C}"/>
          </ac:spMkLst>
        </pc:spChg>
        <pc:spChg chg="mod">
          <ac:chgData name="Angel Pérez Pérez" userId="601aed9219f2e6b2" providerId="LiveId" clId="{8D028D19-BEE8-48A1-B777-54D2B6C3AAB4}" dt="2025-04-14T15:20:59.017" v="2015" actId="20577"/>
          <ac:spMkLst>
            <pc:docMk/>
            <pc:sldMk cId="1443251574" sldId="260"/>
            <ac:spMk id="13" creationId="{ADA16889-282F-1D7A-A3CF-38285A8D972F}"/>
          </ac:spMkLst>
        </pc:spChg>
        <pc:spChg chg="mod">
          <ac:chgData name="Angel Pérez Pérez" userId="601aed9219f2e6b2" providerId="LiveId" clId="{8D028D19-BEE8-48A1-B777-54D2B6C3AAB4}" dt="2025-04-14T15:21:05.984" v="2016" actId="114"/>
          <ac:spMkLst>
            <pc:docMk/>
            <pc:sldMk cId="1443251574" sldId="260"/>
            <ac:spMk id="15" creationId="{2962A59B-8E88-1CB6-B1B1-B3B9EAF8A1BB}"/>
          </ac:spMkLst>
        </pc:spChg>
      </pc:sldChg>
      <pc:sldChg chg="addSp delSp modSp mod">
        <pc:chgData name="Angel Pérez Pérez" userId="601aed9219f2e6b2" providerId="LiveId" clId="{8D028D19-BEE8-48A1-B777-54D2B6C3AAB4}" dt="2025-04-14T15:38:06.694" v="2584" actId="113"/>
        <pc:sldMkLst>
          <pc:docMk/>
          <pc:sldMk cId="744254523" sldId="261"/>
        </pc:sldMkLst>
        <pc:spChg chg="add mod">
          <ac:chgData name="Angel Pérez Pérez" userId="601aed9219f2e6b2" providerId="LiveId" clId="{8D028D19-BEE8-48A1-B777-54D2B6C3AAB4}" dt="2025-04-14T15:38:06.694" v="2584" actId="113"/>
          <ac:spMkLst>
            <pc:docMk/>
            <pc:sldMk cId="744254523" sldId="261"/>
            <ac:spMk id="3" creationId="{AD23BEBE-3057-45CF-116C-F7C93898CD5B}"/>
          </ac:spMkLst>
        </pc:spChg>
        <pc:spChg chg="mod">
          <ac:chgData name="Angel Pérez Pérez" userId="601aed9219f2e6b2" providerId="LiveId" clId="{8D028D19-BEE8-48A1-B777-54D2B6C3AAB4}" dt="2025-04-14T11:41:54.547" v="291" actId="1076"/>
          <ac:spMkLst>
            <pc:docMk/>
            <pc:sldMk cId="744254523" sldId="261"/>
            <ac:spMk id="4" creationId="{031D367F-BB89-F116-0CA3-180CA1A950A2}"/>
          </ac:spMkLst>
        </pc:spChg>
        <pc:spChg chg="add mod">
          <ac:chgData name="Angel Pérez Pérez" userId="601aed9219f2e6b2" providerId="LiveId" clId="{8D028D19-BEE8-48A1-B777-54D2B6C3AAB4}" dt="2025-04-14T15:38:03.446" v="2583" actId="113"/>
          <ac:spMkLst>
            <pc:docMk/>
            <pc:sldMk cId="744254523" sldId="261"/>
            <ac:spMk id="6" creationId="{C271B952-DDD0-7C31-26C6-70C85F551D56}"/>
          </ac:spMkLst>
        </pc:spChg>
        <pc:spChg chg="add mod">
          <ac:chgData name="Angel Pérez Pérez" userId="601aed9219f2e6b2" providerId="LiveId" clId="{8D028D19-BEE8-48A1-B777-54D2B6C3AAB4}" dt="2025-04-14T11:40:26.522" v="277" actId="14100"/>
          <ac:spMkLst>
            <pc:docMk/>
            <pc:sldMk cId="744254523" sldId="261"/>
            <ac:spMk id="8" creationId="{70EB825A-07E0-55E5-3631-F91D55F34F80}"/>
          </ac:spMkLst>
        </pc:spChg>
        <pc:spChg chg="add mod">
          <ac:chgData name="Angel Pérez Pérez" userId="601aed9219f2e6b2" providerId="LiveId" clId="{8D028D19-BEE8-48A1-B777-54D2B6C3AAB4}" dt="2025-04-14T11:47:42.760" v="443" actId="1076"/>
          <ac:spMkLst>
            <pc:docMk/>
            <pc:sldMk cId="744254523" sldId="261"/>
            <ac:spMk id="9" creationId="{EE09237E-C38F-1DC3-CD7C-4020F279EB3B}"/>
          </ac:spMkLst>
        </pc:spChg>
        <pc:spChg chg="mod">
          <ac:chgData name="Angel Pérez Pérez" userId="601aed9219f2e6b2" providerId="LiveId" clId="{8D028D19-BEE8-48A1-B777-54D2B6C3AAB4}" dt="2025-04-14T11:41:54.547" v="291" actId="1076"/>
          <ac:spMkLst>
            <pc:docMk/>
            <pc:sldMk cId="744254523" sldId="261"/>
            <ac:spMk id="12" creationId="{3723822A-A359-AD33-18D0-9A387D6BFD5C}"/>
          </ac:spMkLst>
        </pc:spChg>
        <pc:picChg chg="add mod">
          <ac:chgData name="Angel Pérez Pérez" userId="601aed9219f2e6b2" providerId="LiveId" clId="{8D028D19-BEE8-48A1-B777-54D2B6C3AAB4}" dt="2025-04-14T12:39:49.021" v="1834" actId="1076"/>
          <ac:picMkLst>
            <pc:docMk/>
            <pc:sldMk cId="744254523" sldId="261"/>
            <ac:picMk id="5" creationId="{0FC77AAD-D290-E91D-3E16-A43E958CEA03}"/>
          </ac:picMkLst>
        </pc:picChg>
        <pc:picChg chg="add del mod">
          <ac:chgData name="Angel Pérez Pérez" userId="601aed9219f2e6b2" providerId="LiveId" clId="{8D028D19-BEE8-48A1-B777-54D2B6C3AAB4}" dt="2025-04-14T11:44:56.616" v="440" actId="478"/>
          <ac:picMkLst>
            <pc:docMk/>
            <pc:sldMk cId="744254523" sldId="261"/>
            <ac:picMk id="7" creationId="{33989F9C-0D98-7623-B0A6-38FB38BE0462}"/>
          </ac:picMkLst>
        </pc:picChg>
        <pc:picChg chg="add mod">
          <ac:chgData name="Angel Pérez Pérez" userId="601aed9219f2e6b2" providerId="LiveId" clId="{8D028D19-BEE8-48A1-B777-54D2B6C3AAB4}" dt="2025-04-14T11:44:59.834" v="441" actId="1076"/>
          <ac:picMkLst>
            <pc:docMk/>
            <pc:sldMk cId="744254523" sldId="261"/>
            <ac:picMk id="11" creationId="{EEE46271-9AD9-F02B-D503-C21E8A6CF1EC}"/>
          </ac:picMkLst>
        </pc:picChg>
      </pc:sldChg>
      <pc:sldChg chg="addSp modSp mod">
        <pc:chgData name="Angel Pérez Pérez" userId="601aed9219f2e6b2" providerId="LiveId" clId="{8D028D19-BEE8-48A1-B777-54D2B6C3AAB4}" dt="2025-04-14T15:41:40.826" v="2634" actId="114"/>
        <pc:sldMkLst>
          <pc:docMk/>
          <pc:sldMk cId="2382940268" sldId="264"/>
        </pc:sldMkLst>
        <pc:spChg chg="add mod">
          <ac:chgData name="Angel Pérez Pérez" userId="601aed9219f2e6b2" providerId="LiveId" clId="{8D028D19-BEE8-48A1-B777-54D2B6C3AAB4}" dt="2025-04-14T15:41:34.583" v="2633" actId="114"/>
          <ac:spMkLst>
            <pc:docMk/>
            <pc:sldMk cId="2382940268" sldId="264"/>
            <ac:spMk id="2" creationId="{104BD5C1-B7A6-C4CE-8262-0BF4BC6EA0E4}"/>
          </ac:spMkLst>
        </pc:spChg>
        <pc:spChg chg="mod">
          <ac:chgData name="Angel Pérez Pérez" userId="601aed9219f2e6b2" providerId="LiveId" clId="{8D028D19-BEE8-48A1-B777-54D2B6C3AAB4}" dt="2025-04-14T12:15:50.889" v="1064" actId="1076"/>
          <ac:spMkLst>
            <pc:docMk/>
            <pc:sldMk cId="2382940268" sldId="264"/>
            <ac:spMk id="4" creationId="{09406785-C028-76C3-3AD4-93F78EC9567C}"/>
          </ac:spMkLst>
        </pc:spChg>
        <pc:spChg chg="add mod">
          <ac:chgData name="Angel Pérez Pérez" userId="601aed9219f2e6b2" providerId="LiveId" clId="{8D028D19-BEE8-48A1-B777-54D2B6C3AAB4}" dt="2025-04-14T15:41:40.826" v="2634" actId="114"/>
          <ac:spMkLst>
            <pc:docMk/>
            <pc:sldMk cId="2382940268" sldId="264"/>
            <ac:spMk id="5" creationId="{3EF14C55-8CCC-AAC1-F00C-6F774788EC7B}"/>
          </ac:spMkLst>
        </pc:spChg>
        <pc:spChg chg="add mod">
          <ac:chgData name="Angel Pérez Pérez" userId="601aed9219f2e6b2" providerId="LiveId" clId="{8D028D19-BEE8-48A1-B777-54D2B6C3AAB4}" dt="2025-04-14T12:15:59.775" v="1068" actId="1076"/>
          <ac:spMkLst>
            <pc:docMk/>
            <pc:sldMk cId="2382940268" sldId="264"/>
            <ac:spMk id="7" creationId="{B1DF63BF-2E29-FB30-32F8-2449E7FFADC8}"/>
          </ac:spMkLst>
        </pc:spChg>
        <pc:spChg chg="add mod">
          <ac:chgData name="Angel Pérez Pérez" userId="601aed9219f2e6b2" providerId="LiveId" clId="{8D028D19-BEE8-48A1-B777-54D2B6C3AAB4}" dt="2025-04-14T12:41:34.182" v="1865"/>
          <ac:spMkLst>
            <pc:docMk/>
            <pc:sldMk cId="2382940268" sldId="264"/>
            <ac:spMk id="8" creationId="{6D53E27F-893F-6E7B-0616-EDB999550FE9}"/>
          </ac:spMkLst>
        </pc:spChg>
        <pc:picChg chg="add mod">
          <ac:chgData name="Angel Pérez Pérez" userId="601aed9219f2e6b2" providerId="LiveId" clId="{8D028D19-BEE8-48A1-B777-54D2B6C3AAB4}" dt="2025-04-14T12:15:52.683" v="1065" actId="1076"/>
          <ac:picMkLst>
            <pc:docMk/>
            <pc:sldMk cId="2382940268" sldId="264"/>
            <ac:picMk id="3" creationId="{928EDD25-9FF8-8488-7458-E6D4C8F5D0A5}"/>
          </ac:picMkLst>
        </pc:picChg>
        <pc:picChg chg="add mod">
          <ac:chgData name="Angel Pérez Pérez" userId="601aed9219f2e6b2" providerId="LiveId" clId="{8D028D19-BEE8-48A1-B777-54D2B6C3AAB4}" dt="2025-04-14T12:15:59.775" v="1068" actId="1076"/>
          <ac:picMkLst>
            <pc:docMk/>
            <pc:sldMk cId="2382940268" sldId="264"/>
            <ac:picMk id="6" creationId="{1720BB84-D315-C726-636F-60E47390A6D1}"/>
          </ac:picMkLst>
        </pc:picChg>
      </pc:sldChg>
      <pc:sldChg chg="addSp modSp">
        <pc:chgData name="Angel Pérez Pérez" userId="601aed9219f2e6b2" providerId="LiveId" clId="{8D028D19-BEE8-48A1-B777-54D2B6C3AAB4}" dt="2025-04-14T12:41:35.966" v="1866"/>
        <pc:sldMkLst>
          <pc:docMk/>
          <pc:sldMk cId="474287983" sldId="265"/>
        </pc:sldMkLst>
        <pc:spChg chg="add mod">
          <ac:chgData name="Angel Pérez Pérez" userId="601aed9219f2e6b2" providerId="LiveId" clId="{8D028D19-BEE8-48A1-B777-54D2B6C3AAB4}" dt="2025-04-14T12:41:35.966" v="1866"/>
          <ac:spMkLst>
            <pc:docMk/>
            <pc:sldMk cId="474287983" sldId="265"/>
            <ac:spMk id="2" creationId="{C0027D56-2035-2222-99E5-D944A8DD8825}"/>
          </ac:spMkLst>
        </pc:spChg>
      </pc:sldChg>
      <pc:sldChg chg="addSp delSp modSp mod">
        <pc:chgData name="Angel Pérez Pérez" userId="601aed9219f2e6b2" providerId="LiveId" clId="{8D028D19-BEE8-48A1-B777-54D2B6C3AAB4}" dt="2025-04-14T15:42:14.930" v="2654" actId="6549"/>
        <pc:sldMkLst>
          <pc:docMk/>
          <pc:sldMk cId="1713876781" sldId="266"/>
        </pc:sldMkLst>
        <pc:spChg chg="add mod">
          <ac:chgData name="Angel Pérez Pérez" userId="601aed9219f2e6b2" providerId="LiveId" clId="{8D028D19-BEE8-48A1-B777-54D2B6C3AAB4}" dt="2025-04-14T12:31:36.718" v="1652" actId="1076"/>
          <ac:spMkLst>
            <pc:docMk/>
            <pc:sldMk cId="1713876781" sldId="266"/>
            <ac:spMk id="2" creationId="{F73DE872-134C-37D7-F32A-0BD65BBCBB09}"/>
          </ac:spMkLst>
        </pc:spChg>
        <pc:spChg chg="add mod">
          <ac:chgData name="Angel Pérez Pérez" userId="601aed9219f2e6b2" providerId="LiveId" clId="{8D028D19-BEE8-48A1-B777-54D2B6C3AAB4}" dt="2025-04-14T15:41:55.331" v="2635" actId="1076"/>
          <ac:spMkLst>
            <pc:docMk/>
            <pc:sldMk cId="1713876781" sldId="266"/>
            <ac:spMk id="3" creationId="{0ADB40F0-1C42-23E6-5410-6CAEB2E8A8DF}"/>
          </ac:spMkLst>
        </pc:spChg>
        <pc:spChg chg="mod">
          <ac:chgData name="Angel Pérez Pérez" userId="601aed9219f2e6b2" providerId="LiveId" clId="{8D028D19-BEE8-48A1-B777-54D2B6C3AAB4}" dt="2025-04-14T12:18:17.445" v="1235" actId="1076"/>
          <ac:spMkLst>
            <pc:docMk/>
            <pc:sldMk cId="1713876781" sldId="266"/>
            <ac:spMk id="4" creationId="{132E0B66-9943-B286-AD7C-7E18F13C0A9F}"/>
          </ac:spMkLst>
        </pc:spChg>
        <pc:spChg chg="add mod">
          <ac:chgData name="Angel Pérez Pérez" userId="601aed9219f2e6b2" providerId="LiveId" clId="{8D028D19-BEE8-48A1-B777-54D2B6C3AAB4}" dt="2025-04-14T15:42:14.930" v="2654" actId="6549"/>
          <ac:spMkLst>
            <pc:docMk/>
            <pc:sldMk cId="1713876781" sldId="266"/>
            <ac:spMk id="5" creationId="{A31F8C84-5FB4-EA41-484B-334D8FDF9A1F}"/>
          </ac:spMkLst>
        </pc:spChg>
        <pc:spChg chg="add mod">
          <ac:chgData name="Angel Pérez Pérez" userId="601aed9219f2e6b2" providerId="LiveId" clId="{8D028D19-BEE8-48A1-B777-54D2B6C3AAB4}" dt="2025-04-14T12:40:22.740" v="1836" actId="208"/>
          <ac:spMkLst>
            <pc:docMk/>
            <pc:sldMk cId="1713876781" sldId="266"/>
            <ac:spMk id="6" creationId="{D3C03879-8CA3-3D3E-7040-94D1B030C15B}"/>
          </ac:spMkLst>
        </pc:spChg>
        <pc:spChg chg="add mod">
          <ac:chgData name="Angel Pérez Pérez" userId="601aed9219f2e6b2" providerId="LiveId" clId="{8D028D19-BEE8-48A1-B777-54D2B6C3AAB4}" dt="2025-04-14T15:41:55.331" v="2635" actId="1076"/>
          <ac:spMkLst>
            <pc:docMk/>
            <pc:sldMk cId="1713876781" sldId="266"/>
            <ac:spMk id="7" creationId="{E478E73A-F018-4BA0-34FC-2C30687ED73D}"/>
          </ac:spMkLst>
        </pc:spChg>
        <pc:spChg chg="add del mod">
          <ac:chgData name="Angel Pérez Pérez" userId="601aed9219f2e6b2" providerId="LiveId" clId="{8D028D19-BEE8-48A1-B777-54D2B6C3AAB4}" dt="2025-04-14T12:29:10.829" v="1504" actId="478"/>
          <ac:spMkLst>
            <pc:docMk/>
            <pc:sldMk cId="1713876781" sldId="266"/>
            <ac:spMk id="9" creationId="{EFD2FAF9-6B4C-E7F7-E446-E4CDF09A0755}"/>
          </ac:spMkLst>
        </pc:spChg>
        <pc:spChg chg="add mod">
          <ac:chgData name="Angel Pérez Pérez" userId="601aed9219f2e6b2" providerId="LiveId" clId="{8D028D19-BEE8-48A1-B777-54D2B6C3AAB4}" dt="2025-04-14T15:41:55.331" v="2635" actId="1076"/>
          <ac:spMkLst>
            <pc:docMk/>
            <pc:sldMk cId="1713876781" sldId="266"/>
            <ac:spMk id="10" creationId="{241960D0-9975-7FD5-A409-FEDCABBCA18A}"/>
          </ac:spMkLst>
        </pc:spChg>
        <pc:spChg chg="add mod">
          <ac:chgData name="Angel Pérez Pérez" userId="601aed9219f2e6b2" providerId="LiveId" clId="{8D028D19-BEE8-48A1-B777-54D2B6C3AAB4}" dt="2025-04-14T15:42:00.844" v="2636" actId="1076"/>
          <ac:spMkLst>
            <pc:docMk/>
            <pc:sldMk cId="1713876781" sldId="266"/>
            <ac:spMk id="11" creationId="{0D258073-E55B-A482-139C-9B2C8523BE49}"/>
          </ac:spMkLst>
        </pc:spChg>
        <pc:spChg chg="add mod">
          <ac:chgData name="Angel Pérez Pérez" userId="601aed9219f2e6b2" providerId="LiveId" clId="{8D028D19-BEE8-48A1-B777-54D2B6C3AAB4}" dt="2025-04-14T15:26:30.201" v="2255" actId="1076"/>
          <ac:spMkLst>
            <pc:docMk/>
            <pc:sldMk cId="1713876781" sldId="266"/>
            <ac:spMk id="13" creationId="{DB8499FC-EF0D-6ED1-1BB2-31A7EEE72B35}"/>
          </ac:spMkLst>
        </pc:spChg>
        <pc:spChg chg="add mod">
          <ac:chgData name="Angel Pérez Pérez" userId="601aed9219f2e6b2" providerId="LiveId" clId="{8D028D19-BEE8-48A1-B777-54D2B6C3AAB4}" dt="2025-04-14T15:26:30.201" v="2255" actId="1076"/>
          <ac:spMkLst>
            <pc:docMk/>
            <pc:sldMk cId="1713876781" sldId="266"/>
            <ac:spMk id="14" creationId="{DA4036E4-9807-B7EC-C145-604ED8365E71}"/>
          </ac:spMkLst>
        </pc:spChg>
        <pc:spChg chg="add mod">
          <ac:chgData name="Angel Pérez Pérez" userId="601aed9219f2e6b2" providerId="LiveId" clId="{8D028D19-BEE8-48A1-B777-54D2B6C3AAB4}" dt="2025-04-14T12:41:39.798" v="1868"/>
          <ac:spMkLst>
            <pc:docMk/>
            <pc:sldMk cId="1713876781" sldId="266"/>
            <ac:spMk id="15" creationId="{F5F29CCD-B77D-F305-197B-567ED97A9DE5}"/>
          </ac:spMkLst>
        </pc:spChg>
        <pc:picChg chg="add mod">
          <ac:chgData name="Angel Pérez Pérez" userId="601aed9219f2e6b2" providerId="LiveId" clId="{8D028D19-BEE8-48A1-B777-54D2B6C3AAB4}" dt="2025-04-14T15:42:04.017" v="2638" actId="1076"/>
          <ac:picMkLst>
            <pc:docMk/>
            <pc:sldMk cId="1713876781" sldId="266"/>
            <ac:picMk id="12" creationId="{1F9AA62B-5F34-9804-4B23-CF0D0B36435E}"/>
          </ac:picMkLst>
        </pc:picChg>
      </pc:sldChg>
      <pc:sldChg chg="addSp modSp mod">
        <pc:chgData name="Angel Pérez Pérez" userId="601aed9219f2e6b2" providerId="LiveId" clId="{8D028D19-BEE8-48A1-B777-54D2B6C3AAB4}" dt="2025-04-14T15:42:27.113" v="2655" actId="1076"/>
        <pc:sldMkLst>
          <pc:docMk/>
          <pc:sldMk cId="3050812815" sldId="267"/>
        </pc:sldMkLst>
        <pc:spChg chg="add mod">
          <ac:chgData name="Angel Pérez Pérez" userId="601aed9219f2e6b2" providerId="LiveId" clId="{8D028D19-BEE8-48A1-B777-54D2B6C3AAB4}" dt="2025-04-14T15:27:46.771" v="2419" actId="20577"/>
          <ac:spMkLst>
            <pc:docMk/>
            <pc:sldMk cId="3050812815" sldId="267"/>
            <ac:spMk id="2" creationId="{A3BAA7DC-C3B5-EFCA-8DB8-28BE15D60301}"/>
          </ac:spMkLst>
        </pc:spChg>
        <pc:spChg chg="mod">
          <ac:chgData name="Angel Pérez Pérez" userId="601aed9219f2e6b2" providerId="LiveId" clId="{8D028D19-BEE8-48A1-B777-54D2B6C3AAB4}" dt="2025-04-14T12:35:57.973" v="1779" actId="1076"/>
          <ac:spMkLst>
            <pc:docMk/>
            <pc:sldMk cId="3050812815" sldId="267"/>
            <ac:spMk id="4" creationId="{17409800-3DA9-F92E-F044-1CAA308E1A6F}"/>
          </ac:spMkLst>
        </pc:spChg>
        <pc:spChg chg="add mod">
          <ac:chgData name="Angel Pérez Pérez" userId="601aed9219f2e6b2" providerId="LiveId" clId="{8D028D19-BEE8-48A1-B777-54D2B6C3AAB4}" dt="2025-04-14T15:42:27.113" v="2655" actId="1076"/>
          <ac:spMkLst>
            <pc:docMk/>
            <pc:sldMk cId="3050812815" sldId="267"/>
            <ac:spMk id="5" creationId="{F59922B2-AE47-255D-2478-18D6ED8A7FE1}"/>
          </ac:spMkLst>
        </pc:spChg>
        <pc:spChg chg="add mod">
          <ac:chgData name="Angel Pérez Pérez" userId="601aed9219f2e6b2" providerId="LiveId" clId="{8D028D19-BEE8-48A1-B777-54D2B6C3AAB4}" dt="2025-04-14T15:29:42.210" v="2507" actId="20577"/>
          <ac:spMkLst>
            <pc:docMk/>
            <pc:sldMk cId="3050812815" sldId="267"/>
            <ac:spMk id="7" creationId="{F9CB543F-2873-7602-7CDE-165C4B269E5B}"/>
          </ac:spMkLst>
        </pc:spChg>
        <pc:spChg chg="add mod">
          <ac:chgData name="Angel Pérez Pérez" userId="601aed9219f2e6b2" providerId="LiveId" clId="{8D028D19-BEE8-48A1-B777-54D2B6C3AAB4}" dt="2025-04-14T12:38:59.357" v="1812" actId="1076"/>
          <ac:spMkLst>
            <pc:docMk/>
            <pc:sldMk cId="3050812815" sldId="267"/>
            <ac:spMk id="11" creationId="{0DE33307-0E37-7470-6AA4-B60A7D1F17B4}"/>
          </ac:spMkLst>
        </pc:spChg>
        <pc:spChg chg="add mod">
          <ac:chgData name="Angel Pérez Pérez" userId="601aed9219f2e6b2" providerId="LiveId" clId="{8D028D19-BEE8-48A1-B777-54D2B6C3AAB4}" dt="2025-04-14T12:39:13.824" v="1832" actId="20577"/>
          <ac:spMkLst>
            <pc:docMk/>
            <pc:sldMk cId="3050812815" sldId="267"/>
            <ac:spMk id="12" creationId="{CA50BFA2-1386-8B65-0361-BE45303F3A9F}"/>
          </ac:spMkLst>
        </pc:spChg>
        <pc:spChg chg="add mod">
          <ac:chgData name="Angel Pérez Pérez" userId="601aed9219f2e6b2" providerId="LiveId" clId="{8D028D19-BEE8-48A1-B777-54D2B6C3AAB4}" dt="2025-04-14T12:41:41.822" v="1869"/>
          <ac:spMkLst>
            <pc:docMk/>
            <pc:sldMk cId="3050812815" sldId="267"/>
            <ac:spMk id="13" creationId="{119148F5-6F85-A581-6310-5639009F1AE6}"/>
          </ac:spMkLst>
        </pc:spChg>
        <pc:picChg chg="add mod">
          <ac:chgData name="Angel Pérez Pérez" userId="601aed9219f2e6b2" providerId="LiveId" clId="{8D028D19-BEE8-48A1-B777-54D2B6C3AAB4}" dt="2025-04-14T12:36:43.592" v="1782" actId="1076"/>
          <ac:picMkLst>
            <pc:docMk/>
            <pc:sldMk cId="3050812815" sldId="267"/>
            <ac:picMk id="3" creationId="{2E029E23-C037-DD0E-14B4-96985279F222}"/>
          </ac:picMkLst>
        </pc:picChg>
        <pc:picChg chg="add mod">
          <ac:chgData name="Angel Pérez Pérez" userId="601aed9219f2e6b2" providerId="LiveId" clId="{8D028D19-BEE8-48A1-B777-54D2B6C3AAB4}" dt="2025-04-14T12:37:32.079" v="1785" actId="1076"/>
          <ac:picMkLst>
            <pc:docMk/>
            <pc:sldMk cId="3050812815" sldId="267"/>
            <ac:picMk id="6" creationId="{0D105723-9406-92CD-2F65-1B846C04743E}"/>
          </ac:picMkLst>
        </pc:picChg>
        <pc:picChg chg="add mod">
          <ac:chgData name="Angel Pérez Pérez" userId="601aed9219f2e6b2" providerId="LiveId" clId="{8D028D19-BEE8-48A1-B777-54D2B6C3AAB4}" dt="2025-04-14T12:38:35.419" v="1792" actId="1076"/>
          <ac:picMkLst>
            <pc:docMk/>
            <pc:sldMk cId="3050812815" sldId="267"/>
            <ac:picMk id="8" creationId="{150DBE33-91C8-3C74-1280-1F4CC1BC3183}"/>
          </ac:picMkLst>
        </pc:picChg>
        <pc:picChg chg="add mod">
          <ac:chgData name="Angel Pérez Pérez" userId="601aed9219f2e6b2" providerId="LiveId" clId="{8D028D19-BEE8-48A1-B777-54D2B6C3AAB4}" dt="2025-04-14T12:38:32.175" v="1791" actId="1076"/>
          <ac:picMkLst>
            <pc:docMk/>
            <pc:sldMk cId="3050812815" sldId="267"/>
            <ac:picMk id="10" creationId="{8660A2A9-9286-79FB-5CC4-D18E81E14244}"/>
          </ac:picMkLst>
        </pc:picChg>
      </pc:sldChg>
      <pc:sldChg chg="addSp modSp mod">
        <pc:chgData name="Angel Pérez Pérez" userId="601aed9219f2e6b2" providerId="LiveId" clId="{8D028D19-BEE8-48A1-B777-54D2B6C3AAB4}" dt="2025-04-14T15:30:02.653" v="2509" actId="114"/>
        <pc:sldMkLst>
          <pc:docMk/>
          <pc:sldMk cId="4191046590" sldId="268"/>
        </pc:sldMkLst>
        <pc:spChg chg="add mod">
          <ac:chgData name="Angel Pérez Pérez" userId="601aed9219f2e6b2" providerId="LiveId" clId="{8D028D19-BEE8-48A1-B777-54D2B6C3AAB4}" dt="2025-04-14T15:30:02.653" v="2509" actId="114"/>
          <ac:spMkLst>
            <pc:docMk/>
            <pc:sldMk cId="4191046590" sldId="268"/>
            <ac:spMk id="2" creationId="{06A8FFE5-C40A-42AB-363A-2A901EC33386}"/>
          </ac:spMkLst>
        </pc:spChg>
        <pc:spChg chg="add mod">
          <ac:chgData name="Angel Pérez Pérez" userId="601aed9219f2e6b2" providerId="LiveId" clId="{8D028D19-BEE8-48A1-B777-54D2B6C3AAB4}" dt="2025-04-14T12:41:00.445" v="1858" actId="403"/>
          <ac:spMkLst>
            <pc:docMk/>
            <pc:sldMk cId="4191046590" sldId="268"/>
            <ac:spMk id="3" creationId="{72CD7D21-DC39-1F39-4C7A-470833FDC3E6}"/>
          </ac:spMkLst>
        </pc:spChg>
        <pc:spChg chg="mod">
          <ac:chgData name="Angel Pérez Pérez" userId="601aed9219f2e6b2" providerId="LiveId" clId="{8D028D19-BEE8-48A1-B777-54D2B6C3AAB4}" dt="2025-04-14T15:29:55.847" v="2508" actId="114"/>
          <ac:spMkLst>
            <pc:docMk/>
            <pc:sldMk cId="4191046590" sldId="268"/>
            <ac:spMk id="4" creationId="{3F3788A1-E265-F494-2BFE-E1001BA2B215}"/>
          </ac:spMkLst>
        </pc:spChg>
        <pc:spChg chg="add mod">
          <ac:chgData name="Angel Pérez Pérez" userId="601aed9219f2e6b2" providerId="LiveId" clId="{8D028D19-BEE8-48A1-B777-54D2B6C3AAB4}" dt="2025-04-14T12:41:43.823" v="1870"/>
          <ac:spMkLst>
            <pc:docMk/>
            <pc:sldMk cId="4191046590" sldId="268"/>
            <ac:spMk id="5" creationId="{15530AB3-FFC5-0DA7-2D1F-430F415346C2}"/>
          </ac:spMkLst>
        </pc:spChg>
      </pc:sldChg>
      <pc:sldChg chg="delSp del mod">
        <pc:chgData name="Angel Pérez Pérez" userId="601aed9219f2e6b2" providerId="LiveId" clId="{8D028D19-BEE8-48A1-B777-54D2B6C3AAB4}" dt="2025-04-14T12:41:05.697" v="1859" actId="47"/>
        <pc:sldMkLst>
          <pc:docMk/>
          <pc:sldMk cId="502992155" sldId="269"/>
        </pc:sldMkLst>
        <pc:spChg chg="del">
          <ac:chgData name="Angel Pérez Pérez" userId="601aed9219f2e6b2" providerId="LiveId" clId="{8D028D19-BEE8-48A1-B777-54D2B6C3AAB4}" dt="2025-04-14T12:40:36.440" v="1837" actId="21"/>
          <ac:spMkLst>
            <pc:docMk/>
            <pc:sldMk cId="502992155" sldId="269"/>
            <ac:spMk id="4" creationId="{06A8FFE5-C40A-42AB-363A-2A901EC33386}"/>
          </ac:spMkLst>
        </pc:spChg>
      </pc:sldChg>
      <pc:sldChg chg="addSp delSp modSp mod">
        <pc:chgData name="Angel Pérez Pérez" userId="601aed9219f2e6b2" providerId="LiveId" clId="{8D028D19-BEE8-48A1-B777-54D2B6C3AAB4}" dt="2025-04-14T15:36:35.832" v="2576" actId="20577"/>
        <pc:sldMkLst>
          <pc:docMk/>
          <pc:sldMk cId="3078719978" sldId="270"/>
        </pc:sldMkLst>
        <pc:spChg chg="add mod">
          <ac:chgData name="Angel Pérez Pérez" userId="601aed9219f2e6b2" providerId="LiveId" clId="{8D028D19-BEE8-48A1-B777-54D2B6C3AAB4}" dt="2025-04-14T12:41:45.965" v="1871"/>
          <ac:spMkLst>
            <pc:docMk/>
            <pc:sldMk cId="3078719978" sldId="270"/>
            <ac:spMk id="2" creationId="{CA90FD37-ED08-C01C-D392-A10A826E7554}"/>
          </ac:spMkLst>
        </pc:spChg>
        <pc:spChg chg="mod">
          <ac:chgData name="Angel Pérez Pérez" userId="601aed9219f2e6b2" providerId="LiveId" clId="{8D028D19-BEE8-48A1-B777-54D2B6C3AAB4}" dt="2025-04-14T15:36:14.595" v="2559" actId="552"/>
          <ac:spMkLst>
            <pc:docMk/>
            <pc:sldMk cId="3078719978" sldId="270"/>
            <ac:spMk id="3" creationId="{338A902C-90A1-BC22-926B-2C5A0BED4A7A}"/>
          </ac:spMkLst>
        </pc:spChg>
        <pc:spChg chg="add del mod">
          <ac:chgData name="Angel Pérez Pérez" userId="601aed9219f2e6b2" providerId="LiveId" clId="{8D028D19-BEE8-48A1-B777-54D2B6C3AAB4}" dt="2025-04-14T10:39:16.279" v="20" actId="478"/>
          <ac:spMkLst>
            <pc:docMk/>
            <pc:sldMk cId="3078719978" sldId="270"/>
            <ac:spMk id="6" creationId="{49731384-823A-1CE5-30D9-36C2F8F99B8A}"/>
          </ac:spMkLst>
        </pc:spChg>
        <pc:spChg chg="mod">
          <ac:chgData name="Angel Pérez Pérez" userId="601aed9219f2e6b2" providerId="LiveId" clId="{8D028D19-BEE8-48A1-B777-54D2B6C3AAB4}" dt="2025-04-14T15:36:14.595" v="2559" actId="552"/>
          <ac:spMkLst>
            <pc:docMk/>
            <pc:sldMk cId="3078719978" sldId="270"/>
            <ac:spMk id="7" creationId="{FA391FE3-A626-2439-76E9-41CA07DA3D85}"/>
          </ac:spMkLst>
        </pc:spChg>
        <pc:spChg chg="add mod">
          <ac:chgData name="Angel Pérez Pérez" userId="601aed9219f2e6b2" providerId="LiveId" clId="{8D028D19-BEE8-48A1-B777-54D2B6C3AAB4}" dt="2025-04-14T15:36:25.541" v="2568" actId="20577"/>
          <ac:spMkLst>
            <pc:docMk/>
            <pc:sldMk cId="3078719978" sldId="270"/>
            <ac:spMk id="8" creationId="{BBC29245-97ED-A50C-892D-968B2B98DD69}"/>
          </ac:spMkLst>
        </pc:spChg>
        <pc:spChg chg="add del mod">
          <ac:chgData name="Angel Pérez Pérez" userId="601aed9219f2e6b2" providerId="LiveId" clId="{8D028D19-BEE8-48A1-B777-54D2B6C3AAB4}" dt="2025-04-14T10:39:13.832" v="19" actId="478"/>
          <ac:spMkLst>
            <pc:docMk/>
            <pc:sldMk cId="3078719978" sldId="270"/>
            <ac:spMk id="9" creationId="{7524EE46-7B25-B2A2-4E94-D2389ACBC5A6}"/>
          </ac:spMkLst>
        </pc:spChg>
        <pc:spChg chg="add mod">
          <ac:chgData name="Angel Pérez Pérez" userId="601aed9219f2e6b2" providerId="LiveId" clId="{8D028D19-BEE8-48A1-B777-54D2B6C3AAB4}" dt="2025-04-14T15:36:30.735" v="2572" actId="20577"/>
          <ac:spMkLst>
            <pc:docMk/>
            <pc:sldMk cId="3078719978" sldId="270"/>
            <ac:spMk id="11" creationId="{E0B3F3B6-A33A-7C9F-922D-79D22D533BD8}"/>
          </ac:spMkLst>
        </pc:spChg>
        <pc:spChg chg="add mod">
          <ac:chgData name="Angel Pérez Pérez" userId="601aed9219f2e6b2" providerId="LiveId" clId="{8D028D19-BEE8-48A1-B777-54D2B6C3AAB4}" dt="2025-04-14T15:36:28.421" v="2570" actId="20577"/>
          <ac:spMkLst>
            <pc:docMk/>
            <pc:sldMk cId="3078719978" sldId="270"/>
            <ac:spMk id="13" creationId="{8F7DD4CB-EDE4-25BA-742F-1633395FF849}"/>
          </ac:spMkLst>
        </pc:spChg>
        <pc:spChg chg="add mod">
          <ac:chgData name="Angel Pérez Pérez" userId="601aed9219f2e6b2" providerId="LiveId" clId="{8D028D19-BEE8-48A1-B777-54D2B6C3AAB4}" dt="2025-04-14T15:36:33.147" v="2574" actId="20577"/>
          <ac:spMkLst>
            <pc:docMk/>
            <pc:sldMk cId="3078719978" sldId="270"/>
            <ac:spMk id="15" creationId="{D319D946-B64F-0556-5E02-AE48CA996BFC}"/>
          </ac:spMkLst>
        </pc:spChg>
        <pc:spChg chg="add mod">
          <ac:chgData name="Angel Pérez Pérez" userId="601aed9219f2e6b2" providerId="LiveId" clId="{8D028D19-BEE8-48A1-B777-54D2B6C3AAB4}" dt="2025-04-14T15:36:35.832" v="2576" actId="20577"/>
          <ac:spMkLst>
            <pc:docMk/>
            <pc:sldMk cId="3078719978" sldId="270"/>
            <ac:spMk id="17" creationId="{8550BFED-C5C5-6D56-7AE8-D73BEEDECF47}"/>
          </ac:spMkLst>
        </pc:spChg>
      </pc:sldChg>
      <pc:sldChg chg="addSp delSp modSp mod">
        <pc:chgData name="Angel Pérez Pérez" userId="601aed9219f2e6b2" providerId="LiveId" clId="{8D028D19-BEE8-48A1-B777-54D2B6C3AAB4}" dt="2025-04-14T15:38:30.230" v="2590" actId="1035"/>
        <pc:sldMkLst>
          <pc:docMk/>
          <pc:sldMk cId="2679889191" sldId="271"/>
        </pc:sldMkLst>
        <pc:spChg chg="add mod">
          <ac:chgData name="Angel Pérez Pérez" userId="601aed9219f2e6b2" providerId="LiveId" clId="{8D028D19-BEE8-48A1-B777-54D2B6C3AAB4}" dt="2025-04-14T10:42:02.213" v="55" actId="1076"/>
          <ac:spMkLst>
            <pc:docMk/>
            <pc:sldMk cId="2679889191" sldId="271"/>
            <ac:spMk id="2" creationId="{394992BA-6622-F6BF-D977-3A22AEE81403}"/>
          </ac:spMkLst>
        </pc:spChg>
        <pc:spChg chg="add mod">
          <ac:chgData name="Angel Pérez Pérez" userId="601aed9219f2e6b2" providerId="LiveId" clId="{8D028D19-BEE8-48A1-B777-54D2B6C3AAB4}" dt="2025-04-14T10:42:32.113" v="69" actId="20577"/>
          <ac:spMkLst>
            <pc:docMk/>
            <pc:sldMk cId="2679889191" sldId="271"/>
            <ac:spMk id="3" creationId="{096012FF-FE18-CDEB-BFBE-2186456D7E67}"/>
          </ac:spMkLst>
        </pc:spChg>
        <pc:spChg chg="add mod">
          <ac:chgData name="Angel Pérez Pérez" userId="601aed9219f2e6b2" providerId="LiveId" clId="{8D028D19-BEE8-48A1-B777-54D2B6C3AAB4}" dt="2025-04-14T11:48:41.699" v="446"/>
          <ac:spMkLst>
            <pc:docMk/>
            <pc:sldMk cId="2679889191" sldId="271"/>
            <ac:spMk id="4" creationId="{40DEEF39-F285-07F8-EFCA-1605CC8DA38F}"/>
          </ac:spMkLst>
        </pc:spChg>
        <pc:spChg chg="mod">
          <ac:chgData name="Angel Pérez Pérez" userId="601aed9219f2e6b2" providerId="LiveId" clId="{8D028D19-BEE8-48A1-B777-54D2B6C3AAB4}" dt="2025-04-14T15:38:30.230" v="2590" actId="1035"/>
          <ac:spMkLst>
            <pc:docMk/>
            <pc:sldMk cId="2679889191" sldId="271"/>
            <ac:spMk id="5" creationId="{BEDBC3B7-4C9C-A2C5-D769-91BB93219E6C}"/>
          </ac:spMkLst>
        </pc:spChg>
        <pc:spChg chg="mod">
          <ac:chgData name="Angel Pérez Pérez" userId="601aed9219f2e6b2" providerId="LiveId" clId="{8D028D19-BEE8-48A1-B777-54D2B6C3AAB4}" dt="2025-04-14T15:38:25.091" v="2587" actId="1076"/>
          <ac:spMkLst>
            <pc:docMk/>
            <pc:sldMk cId="2679889191" sldId="271"/>
            <ac:spMk id="6" creationId="{764C998E-E6F1-2725-A869-F1B7FCAB7E60}"/>
          </ac:spMkLst>
        </pc:spChg>
        <pc:spChg chg="add mod">
          <ac:chgData name="Angel Pérez Pérez" userId="601aed9219f2e6b2" providerId="LiveId" clId="{8D028D19-BEE8-48A1-B777-54D2B6C3AAB4}" dt="2025-04-14T11:58:44.033" v="946" actId="20577"/>
          <ac:spMkLst>
            <pc:docMk/>
            <pc:sldMk cId="2679889191" sldId="271"/>
            <ac:spMk id="7" creationId="{E40AB1F8-425C-1ECD-E694-865764358FCD}"/>
          </ac:spMkLst>
        </pc:spChg>
        <pc:spChg chg="add mod">
          <ac:chgData name="Angel Pérez Pérez" userId="601aed9219f2e6b2" providerId="LiveId" clId="{8D028D19-BEE8-48A1-B777-54D2B6C3AAB4}" dt="2025-04-14T12:41:20.163" v="1860"/>
          <ac:spMkLst>
            <pc:docMk/>
            <pc:sldMk cId="2679889191" sldId="271"/>
            <ac:spMk id="8" creationId="{02220E99-5D65-0979-DDA9-B106D85EAC5D}"/>
          </ac:spMkLst>
        </pc:spChg>
        <pc:spChg chg="add del mod">
          <ac:chgData name="Angel Pérez Pérez" userId="601aed9219f2e6b2" providerId="LiveId" clId="{8D028D19-BEE8-48A1-B777-54D2B6C3AAB4}" dt="2025-04-14T11:50:58.261" v="479" actId="478"/>
          <ac:spMkLst>
            <pc:docMk/>
            <pc:sldMk cId="2679889191" sldId="271"/>
            <ac:spMk id="9" creationId="{96D816AE-EF4F-E107-0302-CE4BB99B41E8}"/>
          </ac:spMkLst>
        </pc:spChg>
        <pc:spChg chg="add mod">
          <ac:chgData name="Angel Pérez Pérez" userId="601aed9219f2e6b2" providerId="LiveId" clId="{8D028D19-BEE8-48A1-B777-54D2B6C3AAB4}" dt="2025-04-14T11:01:14.806" v="77"/>
          <ac:spMkLst>
            <pc:docMk/>
            <pc:sldMk cId="2679889191" sldId="271"/>
            <ac:spMk id="11" creationId="{6DD1F976-4CF2-DEE2-FA99-E5ABF832E29C}"/>
          </ac:spMkLst>
        </pc:spChg>
        <pc:spChg chg="add mod">
          <ac:chgData name="Angel Pérez Pérez" userId="601aed9219f2e6b2" providerId="LiveId" clId="{8D028D19-BEE8-48A1-B777-54D2B6C3AAB4}" dt="2025-04-14T15:38:19.880" v="2586" actId="1076"/>
          <ac:spMkLst>
            <pc:docMk/>
            <pc:sldMk cId="2679889191" sldId="271"/>
            <ac:spMk id="12" creationId="{91CD20E2-505F-0805-5BFA-C9464DC26EF4}"/>
          </ac:spMkLst>
        </pc:spChg>
        <pc:spChg chg="add mod">
          <ac:chgData name="Angel Pérez Pérez" userId="601aed9219f2e6b2" providerId="LiveId" clId="{8D028D19-BEE8-48A1-B777-54D2B6C3AAB4}" dt="2025-04-14T15:38:16.650" v="2585" actId="113"/>
          <ac:spMkLst>
            <pc:docMk/>
            <pc:sldMk cId="2679889191" sldId="271"/>
            <ac:spMk id="15" creationId="{CB2B2C96-A730-A2BD-8E37-8D232853A987}"/>
          </ac:spMkLst>
        </pc:spChg>
        <pc:picChg chg="add mod">
          <ac:chgData name="Angel Pérez Pérez" userId="601aed9219f2e6b2" providerId="LiveId" clId="{8D028D19-BEE8-48A1-B777-54D2B6C3AAB4}" dt="2025-04-14T11:52:07.808" v="568" actId="1076"/>
          <ac:picMkLst>
            <pc:docMk/>
            <pc:sldMk cId="2679889191" sldId="271"/>
            <ac:picMk id="14" creationId="{11E978A2-BC88-1155-B57E-9EBDE2CE35A9}"/>
          </ac:picMkLst>
        </pc:picChg>
      </pc:sldChg>
      <pc:sldChg chg="addSp modSp mod">
        <pc:chgData name="Angel Pérez Pérez" userId="601aed9219f2e6b2" providerId="LiveId" clId="{8D028D19-BEE8-48A1-B777-54D2B6C3AAB4}" dt="2025-04-14T15:39:38.088" v="2601" actId="1076"/>
        <pc:sldMkLst>
          <pc:docMk/>
          <pc:sldMk cId="2488083781" sldId="272"/>
        </pc:sldMkLst>
        <pc:spChg chg="add mod">
          <ac:chgData name="Angel Pérez Pérez" userId="601aed9219f2e6b2" providerId="LiveId" clId="{8D028D19-BEE8-48A1-B777-54D2B6C3AAB4}" dt="2025-04-14T12:41:28.343" v="1862"/>
          <ac:spMkLst>
            <pc:docMk/>
            <pc:sldMk cId="2488083781" sldId="272"/>
            <ac:spMk id="2" creationId="{422229A7-CFF9-BAE6-E4B3-DAD3086205AA}"/>
          </ac:spMkLst>
        </pc:spChg>
        <pc:spChg chg="mod">
          <ac:chgData name="Angel Pérez Pérez" userId="601aed9219f2e6b2" providerId="LiveId" clId="{8D028D19-BEE8-48A1-B777-54D2B6C3AAB4}" dt="2025-04-14T15:23:44.240" v="2172" actId="1076"/>
          <ac:spMkLst>
            <pc:docMk/>
            <pc:sldMk cId="2488083781" sldId="272"/>
            <ac:spMk id="5" creationId="{413F190E-19A4-21AE-490B-5A26168ED98B}"/>
          </ac:spMkLst>
        </pc:spChg>
        <pc:spChg chg="mod">
          <ac:chgData name="Angel Pérez Pérez" userId="601aed9219f2e6b2" providerId="LiveId" clId="{8D028D19-BEE8-48A1-B777-54D2B6C3AAB4}" dt="2025-04-14T15:23:44.240" v="2172" actId="1076"/>
          <ac:spMkLst>
            <pc:docMk/>
            <pc:sldMk cId="2488083781" sldId="272"/>
            <ac:spMk id="6" creationId="{95D54251-CC12-9AB0-EE69-93D53DDCAAE3}"/>
          </ac:spMkLst>
        </pc:spChg>
        <pc:spChg chg="mod">
          <ac:chgData name="Angel Pérez Pérez" userId="601aed9219f2e6b2" providerId="LiveId" clId="{8D028D19-BEE8-48A1-B777-54D2B6C3AAB4}" dt="2025-04-14T15:23:44.240" v="2172" actId="1076"/>
          <ac:spMkLst>
            <pc:docMk/>
            <pc:sldMk cId="2488083781" sldId="272"/>
            <ac:spMk id="7" creationId="{086A39E7-811D-854A-06C0-7B2B1D2B358A}"/>
          </ac:spMkLst>
        </pc:spChg>
        <pc:spChg chg="mod">
          <ac:chgData name="Angel Pérez Pérez" userId="601aed9219f2e6b2" providerId="LiveId" clId="{8D028D19-BEE8-48A1-B777-54D2B6C3AAB4}" dt="2025-04-14T15:36:58.188" v="2578" actId="20577"/>
          <ac:spMkLst>
            <pc:docMk/>
            <pc:sldMk cId="2488083781" sldId="272"/>
            <ac:spMk id="8" creationId="{614BEA34-AAE0-A4AD-8693-9300916BC916}"/>
          </ac:spMkLst>
        </pc:spChg>
        <pc:spChg chg="mod">
          <ac:chgData name="Angel Pérez Pérez" userId="601aed9219f2e6b2" providerId="LiveId" clId="{8D028D19-BEE8-48A1-B777-54D2B6C3AAB4}" dt="2025-04-14T15:39:14.708" v="2595" actId="1076"/>
          <ac:spMkLst>
            <pc:docMk/>
            <pc:sldMk cId="2488083781" sldId="272"/>
            <ac:spMk id="31" creationId="{027890BA-0B3D-D346-F84D-6A87B64CE4CE}"/>
          </ac:spMkLst>
        </pc:spChg>
        <pc:spChg chg="mod">
          <ac:chgData name="Angel Pérez Pérez" userId="601aed9219f2e6b2" providerId="LiveId" clId="{8D028D19-BEE8-48A1-B777-54D2B6C3AAB4}" dt="2025-04-14T15:39:20.401" v="2597" actId="113"/>
          <ac:spMkLst>
            <pc:docMk/>
            <pc:sldMk cId="2488083781" sldId="272"/>
            <ac:spMk id="32" creationId="{AE92BACF-1876-E202-56D5-DD401B2C8208}"/>
          </ac:spMkLst>
        </pc:spChg>
        <pc:graphicFrameChg chg="mod modGraphic">
          <ac:chgData name="Angel Pérez Pérez" userId="601aed9219f2e6b2" providerId="LiveId" clId="{8D028D19-BEE8-48A1-B777-54D2B6C3AAB4}" dt="2025-04-14T15:39:38.088" v="2601" actId="1076"/>
          <ac:graphicFrameMkLst>
            <pc:docMk/>
            <pc:sldMk cId="2488083781" sldId="272"/>
            <ac:graphicFrameMk id="35" creationId="{E76F9E4E-CBFD-37ED-8A64-76A49EA79B35}"/>
          </ac:graphicFrameMkLst>
        </pc:graphicFrameChg>
      </pc:sldChg>
      <pc:sldChg chg="addSp modSp mod">
        <pc:chgData name="Angel Pérez Pérez" userId="601aed9219f2e6b2" providerId="LiveId" clId="{8D028D19-BEE8-48A1-B777-54D2B6C3AAB4}" dt="2025-04-14T15:40:44.601" v="2623" actId="1076"/>
        <pc:sldMkLst>
          <pc:docMk/>
          <pc:sldMk cId="1782146511" sldId="273"/>
        </pc:sldMkLst>
        <pc:spChg chg="add mod">
          <ac:chgData name="Angel Pérez Pérez" userId="601aed9219f2e6b2" providerId="LiveId" clId="{8D028D19-BEE8-48A1-B777-54D2B6C3AAB4}" dt="2025-04-14T15:39:56.058" v="2615" actId="1037"/>
          <ac:spMkLst>
            <pc:docMk/>
            <pc:sldMk cId="1782146511" sldId="273"/>
            <ac:spMk id="2" creationId="{BDC2F289-4BBE-3DA0-FB67-D50AC36EE099}"/>
          </ac:spMkLst>
        </pc:spChg>
        <pc:spChg chg="add mod">
          <ac:chgData name="Angel Pérez Pérez" userId="601aed9219f2e6b2" providerId="LiveId" clId="{8D028D19-BEE8-48A1-B777-54D2B6C3AAB4}" dt="2025-04-14T12:41:30.419" v="1863"/>
          <ac:spMkLst>
            <pc:docMk/>
            <pc:sldMk cId="1782146511" sldId="273"/>
            <ac:spMk id="3" creationId="{8B1D7932-95C4-7B0E-2019-0026C4F91ED8}"/>
          </ac:spMkLst>
        </pc:spChg>
        <pc:spChg chg="add mod">
          <ac:chgData name="Angel Pérez Pérez" userId="601aed9219f2e6b2" providerId="LiveId" clId="{8D028D19-BEE8-48A1-B777-54D2B6C3AAB4}" dt="2025-04-14T15:40:25.694" v="2620" actId="2085"/>
          <ac:spMkLst>
            <pc:docMk/>
            <pc:sldMk cId="1782146511" sldId="273"/>
            <ac:spMk id="5" creationId="{C89D2CA8-61C7-CB40-1BD3-9D5374A389F9}"/>
          </ac:spMkLst>
        </pc:spChg>
        <pc:spChg chg="mod">
          <ac:chgData name="Angel Pérez Pérez" userId="601aed9219f2e6b2" providerId="LiveId" clId="{8D028D19-BEE8-48A1-B777-54D2B6C3AAB4}" dt="2025-04-14T15:24:09.545" v="2179" actId="1076"/>
          <ac:spMkLst>
            <pc:docMk/>
            <pc:sldMk cId="1782146511" sldId="273"/>
            <ac:spMk id="9" creationId="{97D1AFC9-7D3A-036D-D9F0-DA597BC5CE24}"/>
          </ac:spMkLst>
        </pc:spChg>
        <pc:spChg chg="mod">
          <ac:chgData name="Angel Pérez Pérez" userId="601aed9219f2e6b2" providerId="LiveId" clId="{8D028D19-BEE8-48A1-B777-54D2B6C3AAB4}" dt="2025-04-14T15:24:09.545" v="2179" actId="1076"/>
          <ac:spMkLst>
            <pc:docMk/>
            <pc:sldMk cId="1782146511" sldId="273"/>
            <ac:spMk id="10" creationId="{8393C8CC-6B58-B5DC-300A-223E4E5F581D}"/>
          </ac:spMkLst>
        </pc:spChg>
        <pc:spChg chg="mod">
          <ac:chgData name="Angel Pérez Pérez" userId="601aed9219f2e6b2" providerId="LiveId" clId="{8D028D19-BEE8-48A1-B777-54D2B6C3AAB4}" dt="2025-04-14T15:24:09.545" v="2179" actId="1076"/>
          <ac:spMkLst>
            <pc:docMk/>
            <pc:sldMk cId="1782146511" sldId="273"/>
            <ac:spMk id="11" creationId="{3FC2D87E-77FA-734D-B250-1C2E3BDDB733}"/>
          </ac:spMkLst>
        </pc:spChg>
        <pc:spChg chg="mod">
          <ac:chgData name="Angel Pérez Pérez" userId="601aed9219f2e6b2" providerId="LiveId" clId="{8D028D19-BEE8-48A1-B777-54D2B6C3AAB4}" dt="2025-04-14T15:40:44.601" v="2623" actId="1076"/>
          <ac:spMkLst>
            <pc:docMk/>
            <pc:sldMk cId="1782146511" sldId="273"/>
            <ac:spMk id="12" creationId="{3AA63F49-33FB-840A-3BB8-C18775800D5B}"/>
          </ac:spMkLst>
        </pc:spChg>
        <pc:graphicFrameChg chg="mod">
          <ac:chgData name="Angel Pérez Pérez" userId="601aed9219f2e6b2" providerId="LiveId" clId="{8D028D19-BEE8-48A1-B777-54D2B6C3AAB4}" dt="2025-04-14T15:40:07.892" v="2618" actId="1076"/>
          <ac:graphicFrameMkLst>
            <pc:docMk/>
            <pc:sldMk cId="1782146511" sldId="273"/>
            <ac:graphicFrameMk id="13" creationId="{F83BB70C-AFFA-5D5B-2B08-42D40D0251CC}"/>
          </ac:graphicFrameMkLst>
        </pc:graphicFrameChg>
        <pc:graphicFrameChg chg="mod modGraphic">
          <ac:chgData name="Angel Pérez Pérez" userId="601aed9219f2e6b2" providerId="LiveId" clId="{8D028D19-BEE8-48A1-B777-54D2B6C3AAB4}" dt="2025-04-14T15:40:04.762" v="2617" actId="1076"/>
          <ac:graphicFrameMkLst>
            <pc:docMk/>
            <pc:sldMk cId="1782146511" sldId="273"/>
            <ac:graphicFrameMk id="16" creationId="{1AC94D7E-7B61-4C80-5C1E-97AA2D0BD764}"/>
          </ac:graphicFrameMkLst>
        </pc:graphicFrameChg>
        <pc:graphicFrameChg chg="mod modGraphic">
          <ac:chgData name="Angel Pérez Pérez" userId="601aed9219f2e6b2" providerId="LiveId" clId="{8D028D19-BEE8-48A1-B777-54D2B6C3AAB4}" dt="2025-04-14T15:40:01.806" v="2616" actId="1076"/>
          <ac:graphicFrameMkLst>
            <pc:docMk/>
            <pc:sldMk cId="1782146511" sldId="273"/>
            <ac:graphicFrameMk id="21" creationId="{1EB9B085-3C17-F1C3-6CC6-B43B4624BA1E}"/>
          </ac:graphicFrameMkLst>
        </pc:graphicFrameChg>
        <pc:picChg chg="mod modCrop">
          <ac:chgData name="Angel Pérez Pérez" userId="601aed9219f2e6b2" providerId="LiveId" clId="{8D028D19-BEE8-48A1-B777-54D2B6C3AAB4}" dt="2025-04-14T15:39:56.058" v="2615" actId="1037"/>
          <ac:picMkLst>
            <pc:docMk/>
            <pc:sldMk cId="1782146511" sldId="273"/>
            <ac:picMk id="8" creationId="{D083A30E-8F62-CCC5-CAB1-17367F0B39FD}"/>
          </ac:picMkLst>
        </pc:picChg>
      </pc:sldChg>
      <pc:sldChg chg="addSp modSp mod">
        <pc:chgData name="Angel Pérez Pérez" userId="601aed9219f2e6b2" providerId="LiveId" clId="{8D028D19-BEE8-48A1-B777-54D2B6C3AAB4}" dt="2025-04-14T15:41:22.841" v="2630" actId="113"/>
        <pc:sldMkLst>
          <pc:docMk/>
          <pc:sldMk cId="540134500" sldId="274"/>
        </pc:sldMkLst>
        <pc:spChg chg="add mod">
          <ac:chgData name="Angel Pérez Pérez" userId="601aed9219f2e6b2" providerId="LiveId" clId="{8D028D19-BEE8-48A1-B777-54D2B6C3AAB4}" dt="2025-04-14T12:41:32.399" v="1864"/>
          <ac:spMkLst>
            <pc:docMk/>
            <pc:sldMk cId="540134500" sldId="274"/>
            <ac:spMk id="2" creationId="{531AEBA2-3350-C96D-FD80-DACCCADF9463}"/>
          </ac:spMkLst>
        </pc:spChg>
        <pc:spChg chg="mod">
          <ac:chgData name="Angel Pérez Pérez" userId="601aed9219f2e6b2" providerId="LiveId" clId="{8D028D19-BEE8-48A1-B777-54D2B6C3AAB4}" dt="2025-04-14T15:40:57.964" v="2626" actId="1076"/>
          <ac:spMkLst>
            <pc:docMk/>
            <pc:sldMk cId="540134500" sldId="274"/>
            <ac:spMk id="20" creationId="{66EC05CE-C6BC-4A7C-011F-708D633614D3}"/>
          </ac:spMkLst>
        </pc:spChg>
        <pc:spChg chg="mod">
          <ac:chgData name="Angel Pérez Pérez" userId="601aed9219f2e6b2" providerId="LiveId" clId="{8D028D19-BEE8-48A1-B777-54D2B6C3AAB4}" dt="2025-04-14T15:41:17.959" v="2629" actId="113"/>
          <ac:spMkLst>
            <pc:docMk/>
            <pc:sldMk cId="540134500" sldId="274"/>
            <ac:spMk id="29" creationId="{63CF4862-10B4-7369-57CC-B3DD8F80CD61}"/>
          </ac:spMkLst>
        </pc:spChg>
        <pc:spChg chg="mod">
          <ac:chgData name="Angel Pérez Pérez" userId="601aed9219f2e6b2" providerId="LiveId" clId="{8D028D19-BEE8-48A1-B777-54D2B6C3AAB4}" dt="2025-04-14T15:41:22.841" v="2630" actId="113"/>
          <ac:spMkLst>
            <pc:docMk/>
            <pc:sldMk cId="540134500" sldId="274"/>
            <ac:spMk id="30" creationId="{5E6357D7-BF14-53D9-0E71-E76210B1A18D}"/>
          </ac:spMkLst>
        </pc:spChg>
        <pc:graphicFrameChg chg="mod modGraphic">
          <ac:chgData name="Angel Pérez Pérez" userId="601aed9219f2e6b2" providerId="LiveId" clId="{8D028D19-BEE8-48A1-B777-54D2B6C3AAB4}" dt="2025-04-14T15:41:10.704" v="2628" actId="14100"/>
          <ac:graphicFrameMkLst>
            <pc:docMk/>
            <pc:sldMk cId="540134500" sldId="274"/>
            <ac:graphicFrameMk id="22" creationId="{2AE1C040-7989-7145-2C63-B98270A2A533}"/>
          </ac:graphicFrameMkLst>
        </pc:graphicFrameChg>
        <pc:graphicFrameChg chg="mod modGraphic">
          <ac:chgData name="Angel Pérez Pérez" userId="601aed9219f2e6b2" providerId="LiveId" clId="{8D028D19-BEE8-48A1-B777-54D2B6C3AAB4}" dt="2025-04-14T15:41:10.704" v="2628" actId="14100"/>
          <ac:graphicFrameMkLst>
            <pc:docMk/>
            <pc:sldMk cId="540134500" sldId="274"/>
            <ac:graphicFrameMk id="23" creationId="{6F9641C8-040A-39AA-FB53-FFF642E6B1C8}"/>
          </ac:graphicFrameMkLst>
        </pc:graphicFrameChg>
        <pc:graphicFrameChg chg="mod modGraphic">
          <ac:chgData name="Angel Pérez Pérez" userId="601aed9219f2e6b2" providerId="LiveId" clId="{8D028D19-BEE8-48A1-B777-54D2B6C3AAB4}" dt="2025-04-14T15:41:10.704" v="2628" actId="14100"/>
          <ac:graphicFrameMkLst>
            <pc:docMk/>
            <pc:sldMk cId="540134500" sldId="274"/>
            <ac:graphicFrameMk id="24" creationId="{65D2494A-8D0F-5CD4-594C-A39F0CCAF7FA}"/>
          </ac:graphicFrameMkLst>
        </pc:graphicFrameChg>
      </pc:sldChg>
      <pc:sldChg chg="del">
        <pc:chgData name="Angel Pérez Pérez" userId="601aed9219f2e6b2" providerId="LiveId" clId="{8D028D19-BEE8-48A1-B777-54D2B6C3AAB4}" dt="2025-04-14T12:39:31.636" v="1833" actId="47"/>
        <pc:sldMkLst>
          <pc:docMk/>
          <pc:sldMk cId="3612653139" sldId="275"/>
        </pc:sldMkLst>
      </pc:sldChg>
      <pc:sldChg chg="addSp modSp mod">
        <pc:chgData name="Angel Pérez Pérez" userId="601aed9219f2e6b2" providerId="LiveId" clId="{8D028D19-BEE8-48A1-B777-54D2B6C3AAB4}" dt="2025-04-14T15:26:02.240" v="2251" actId="2085"/>
        <pc:sldMkLst>
          <pc:docMk/>
          <pc:sldMk cId="2172329520" sldId="276"/>
        </pc:sldMkLst>
        <pc:spChg chg="add mod">
          <ac:chgData name="Angel Pérez Pérez" userId="601aed9219f2e6b2" providerId="LiveId" clId="{8D028D19-BEE8-48A1-B777-54D2B6C3AAB4}" dt="2025-04-14T12:41:37.892" v="1867"/>
          <ac:spMkLst>
            <pc:docMk/>
            <pc:sldMk cId="2172329520" sldId="276"/>
            <ac:spMk id="2" creationId="{4B15A485-FC5A-1611-DC64-772B23B536E2}"/>
          </ac:spMkLst>
        </pc:spChg>
        <pc:spChg chg="mod">
          <ac:chgData name="Angel Pérez Pérez" userId="601aed9219f2e6b2" providerId="LiveId" clId="{8D028D19-BEE8-48A1-B777-54D2B6C3AAB4}" dt="2025-04-14T12:13:04.189" v="1009" actId="207"/>
          <ac:spMkLst>
            <pc:docMk/>
            <pc:sldMk cId="2172329520" sldId="276"/>
            <ac:spMk id="6" creationId="{57511723-596A-4F72-8ABB-F8CD864386CE}"/>
          </ac:spMkLst>
        </pc:spChg>
        <pc:spChg chg="mod">
          <ac:chgData name="Angel Pérez Pérez" userId="601aed9219f2e6b2" providerId="LiveId" clId="{8D028D19-BEE8-48A1-B777-54D2B6C3AAB4}" dt="2025-04-14T12:15:24.449" v="1061" actId="2085"/>
          <ac:spMkLst>
            <pc:docMk/>
            <pc:sldMk cId="2172329520" sldId="276"/>
            <ac:spMk id="8" creationId="{5DB9EE2A-F7B1-8B60-48A9-6B47EBC33D10}"/>
          </ac:spMkLst>
        </pc:spChg>
        <pc:spChg chg="mod">
          <ac:chgData name="Angel Pérez Pérez" userId="601aed9219f2e6b2" providerId="LiveId" clId="{8D028D19-BEE8-48A1-B777-54D2B6C3AAB4}" dt="2025-04-14T12:15:17.144" v="1059" actId="2085"/>
          <ac:spMkLst>
            <pc:docMk/>
            <pc:sldMk cId="2172329520" sldId="276"/>
            <ac:spMk id="9" creationId="{061F57BA-2940-3EB7-050F-E5CEA1238657}"/>
          </ac:spMkLst>
        </pc:spChg>
        <pc:spChg chg="mod">
          <ac:chgData name="Angel Pérez Pérez" userId="601aed9219f2e6b2" providerId="LiveId" clId="{8D028D19-BEE8-48A1-B777-54D2B6C3AAB4}" dt="2025-04-14T12:14:39.321" v="1025" actId="20578"/>
          <ac:spMkLst>
            <pc:docMk/>
            <pc:sldMk cId="2172329520" sldId="276"/>
            <ac:spMk id="11" creationId="{D7A9F259-9648-B78B-A2C3-30CC8726EE29}"/>
          </ac:spMkLst>
        </pc:spChg>
        <pc:spChg chg="mod">
          <ac:chgData name="Angel Pérez Pérez" userId="601aed9219f2e6b2" providerId="LiveId" clId="{8D028D19-BEE8-48A1-B777-54D2B6C3AAB4}" dt="2025-04-14T12:14:39.321" v="1025" actId="20578"/>
          <ac:spMkLst>
            <pc:docMk/>
            <pc:sldMk cId="2172329520" sldId="276"/>
            <ac:spMk id="13" creationId="{57219935-0149-3B14-0900-40356F0A2E0B}"/>
          </ac:spMkLst>
        </pc:spChg>
        <pc:spChg chg="mod">
          <ac:chgData name="Angel Pérez Pérez" userId="601aed9219f2e6b2" providerId="LiveId" clId="{8D028D19-BEE8-48A1-B777-54D2B6C3AAB4}" dt="2025-04-14T12:15:09.079" v="1057" actId="2085"/>
          <ac:spMkLst>
            <pc:docMk/>
            <pc:sldMk cId="2172329520" sldId="276"/>
            <ac:spMk id="14" creationId="{E57214DB-5D1C-0ABA-D51C-85294B38B2FF}"/>
          </ac:spMkLst>
        </pc:spChg>
        <pc:spChg chg="mod">
          <ac:chgData name="Angel Pérez Pérez" userId="601aed9219f2e6b2" providerId="LiveId" clId="{8D028D19-BEE8-48A1-B777-54D2B6C3AAB4}" dt="2025-04-14T12:15:13.741" v="1058" actId="2085"/>
          <ac:spMkLst>
            <pc:docMk/>
            <pc:sldMk cId="2172329520" sldId="276"/>
            <ac:spMk id="15" creationId="{46AB1465-595A-1910-5941-4922CE75757A}"/>
          </ac:spMkLst>
        </pc:spChg>
        <pc:spChg chg="mod">
          <ac:chgData name="Angel Pérez Pérez" userId="601aed9219f2e6b2" providerId="LiveId" clId="{8D028D19-BEE8-48A1-B777-54D2B6C3AAB4}" dt="2025-04-14T12:17:45.919" v="1232" actId="207"/>
          <ac:spMkLst>
            <pc:docMk/>
            <pc:sldMk cId="2172329520" sldId="276"/>
            <ac:spMk id="16" creationId="{AAF471C8-D392-EF84-7A7A-2A47F6A6C35B}"/>
          </ac:spMkLst>
        </pc:spChg>
        <pc:spChg chg="mod">
          <ac:chgData name="Angel Pérez Pérez" userId="601aed9219f2e6b2" providerId="LiveId" clId="{8D028D19-BEE8-48A1-B777-54D2B6C3AAB4}" dt="2025-04-14T12:17:55.211" v="1234" actId="207"/>
          <ac:spMkLst>
            <pc:docMk/>
            <pc:sldMk cId="2172329520" sldId="276"/>
            <ac:spMk id="17" creationId="{0E17BFCA-0DAA-7446-74D5-E2B0A72B5AF6}"/>
          </ac:spMkLst>
        </pc:spChg>
        <pc:spChg chg="mod">
          <ac:chgData name="Angel Pérez Pérez" userId="601aed9219f2e6b2" providerId="LiveId" clId="{8D028D19-BEE8-48A1-B777-54D2B6C3AAB4}" dt="2025-04-14T12:13:11.849" v="1010" actId="207"/>
          <ac:spMkLst>
            <pc:docMk/>
            <pc:sldMk cId="2172329520" sldId="276"/>
            <ac:spMk id="18" creationId="{0C91F4AD-C0CA-EF17-7439-DC1C7EB5FBE4}"/>
          </ac:spMkLst>
        </pc:spChg>
        <pc:spChg chg="mod">
          <ac:chgData name="Angel Pérez Pérez" userId="601aed9219f2e6b2" providerId="LiveId" clId="{8D028D19-BEE8-48A1-B777-54D2B6C3AAB4}" dt="2025-04-14T12:15:21.152" v="1060" actId="2085"/>
          <ac:spMkLst>
            <pc:docMk/>
            <pc:sldMk cId="2172329520" sldId="276"/>
            <ac:spMk id="19" creationId="{E616E817-E2F0-5417-01AF-CA6BF1737D25}"/>
          </ac:spMkLst>
        </pc:spChg>
        <pc:spChg chg="mod">
          <ac:chgData name="Angel Pérez Pérez" userId="601aed9219f2e6b2" providerId="LiveId" clId="{8D028D19-BEE8-48A1-B777-54D2B6C3AAB4}" dt="2025-04-14T12:13:20.308" v="1012" actId="207"/>
          <ac:spMkLst>
            <pc:docMk/>
            <pc:sldMk cId="2172329520" sldId="276"/>
            <ac:spMk id="21" creationId="{E94358B7-1E10-9F7C-AE7B-22F94699BC2A}"/>
          </ac:spMkLst>
        </pc:spChg>
        <pc:spChg chg="mod">
          <ac:chgData name="Angel Pérez Pérez" userId="601aed9219f2e6b2" providerId="LiveId" clId="{8D028D19-BEE8-48A1-B777-54D2B6C3AAB4}" dt="2025-04-14T12:14:16.004" v="1021" actId="207"/>
          <ac:spMkLst>
            <pc:docMk/>
            <pc:sldMk cId="2172329520" sldId="276"/>
            <ac:spMk id="22" creationId="{C1BB7546-2851-4573-2985-7946B8D20CB9}"/>
          </ac:spMkLst>
        </pc:spChg>
        <pc:spChg chg="mod">
          <ac:chgData name="Angel Pérez Pérez" userId="601aed9219f2e6b2" providerId="LiveId" clId="{8D028D19-BEE8-48A1-B777-54D2B6C3AAB4}" dt="2025-04-14T12:13:49.097" v="1017" actId="207"/>
          <ac:spMkLst>
            <pc:docMk/>
            <pc:sldMk cId="2172329520" sldId="276"/>
            <ac:spMk id="25" creationId="{8B4B668B-1AFE-6592-98BB-4321D296A7CF}"/>
          </ac:spMkLst>
        </pc:spChg>
        <pc:spChg chg="mod">
          <ac:chgData name="Angel Pérez Pérez" userId="601aed9219f2e6b2" providerId="LiveId" clId="{8D028D19-BEE8-48A1-B777-54D2B6C3AAB4}" dt="2025-04-14T12:14:13.562" v="1020" actId="207"/>
          <ac:spMkLst>
            <pc:docMk/>
            <pc:sldMk cId="2172329520" sldId="276"/>
            <ac:spMk id="26" creationId="{02AF9CA6-7BF7-726C-D2F4-9E20C09F8B69}"/>
          </ac:spMkLst>
        </pc:spChg>
        <pc:spChg chg="mod">
          <ac:chgData name="Angel Pérez Pérez" userId="601aed9219f2e6b2" providerId="LiveId" clId="{8D028D19-BEE8-48A1-B777-54D2B6C3AAB4}" dt="2025-04-14T12:14:20.917" v="1022" actId="2085"/>
          <ac:spMkLst>
            <pc:docMk/>
            <pc:sldMk cId="2172329520" sldId="276"/>
            <ac:spMk id="31" creationId="{F8136B15-5CAF-CF56-A296-B63F96E19032}"/>
          </ac:spMkLst>
        </pc:spChg>
        <pc:spChg chg="mod">
          <ac:chgData name="Angel Pérez Pérez" userId="601aed9219f2e6b2" providerId="LiveId" clId="{8D028D19-BEE8-48A1-B777-54D2B6C3AAB4}" dt="2025-04-14T12:14:24.229" v="1023" actId="2085"/>
          <ac:spMkLst>
            <pc:docMk/>
            <pc:sldMk cId="2172329520" sldId="276"/>
            <ac:spMk id="32" creationId="{726CB171-CC97-408E-A654-E556F539D4E2}"/>
          </ac:spMkLst>
        </pc:spChg>
        <pc:spChg chg="mod">
          <ac:chgData name="Angel Pérez Pérez" userId="601aed9219f2e6b2" providerId="LiveId" clId="{8D028D19-BEE8-48A1-B777-54D2B6C3AAB4}" dt="2025-04-14T15:26:02.240" v="2251" actId="2085"/>
          <ac:spMkLst>
            <pc:docMk/>
            <pc:sldMk cId="2172329520" sldId="276"/>
            <ac:spMk id="34" creationId="{A07370AE-0253-0955-BB09-04696E00473F}"/>
          </ac:spMkLst>
        </pc:spChg>
        <pc:grpChg chg="mod">
          <ac:chgData name="Angel Pérez Pérez" userId="601aed9219f2e6b2" providerId="LiveId" clId="{8D028D19-BEE8-48A1-B777-54D2B6C3AAB4}" dt="2025-04-14T12:14:39.321" v="1025" actId="20578"/>
          <ac:grpSpMkLst>
            <pc:docMk/>
            <pc:sldMk cId="2172329520" sldId="276"/>
            <ac:grpSpMk id="10" creationId="{09141599-88F7-4F5E-EF52-C5F417BF0845}"/>
          </ac:grpSpMkLst>
        </pc:grpChg>
        <pc:grpChg chg="mod">
          <ac:chgData name="Angel Pérez Pérez" userId="601aed9219f2e6b2" providerId="LiveId" clId="{8D028D19-BEE8-48A1-B777-54D2B6C3AAB4}" dt="2025-04-14T12:14:39.321" v="1025" actId="20578"/>
          <ac:grpSpMkLst>
            <pc:docMk/>
            <pc:sldMk cId="2172329520" sldId="276"/>
            <ac:grpSpMk id="12" creationId="{BD6633E9-8213-BC40-5179-B3C7ACF3BCB0}"/>
          </ac:grpSpMkLst>
        </pc:grpChg>
      </pc:sldChg>
      <pc:sldChg chg="addSp delSp modSp new mod">
        <pc:chgData name="Angel Pérez Pérez" userId="601aed9219f2e6b2" providerId="LiveId" clId="{8D028D19-BEE8-48A1-B777-54D2B6C3AAB4}" dt="2025-04-14T15:38:41.463" v="2591" actId="113"/>
        <pc:sldMkLst>
          <pc:docMk/>
          <pc:sldMk cId="2666108486" sldId="277"/>
        </pc:sldMkLst>
        <pc:spChg chg="del">
          <ac:chgData name="Angel Pérez Pérez" userId="601aed9219f2e6b2" providerId="LiveId" clId="{8D028D19-BEE8-48A1-B777-54D2B6C3AAB4}" dt="2025-04-14T11:40:47.077" v="280" actId="478"/>
          <ac:spMkLst>
            <pc:docMk/>
            <pc:sldMk cId="2666108486" sldId="277"/>
            <ac:spMk id="2" creationId="{80FA6C43-08F5-08C9-610D-650B1F947D3F}"/>
          </ac:spMkLst>
        </pc:spChg>
        <pc:spChg chg="add mod">
          <ac:chgData name="Angel Pérez Pérez" userId="601aed9219f2e6b2" providerId="LiveId" clId="{8D028D19-BEE8-48A1-B777-54D2B6C3AAB4}" dt="2025-04-14T12:41:23.448" v="1861"/>
          <ac:spMkLst>
            <pc:docMk/>
            <pc:sldMk cId="2666108486" sldId="277"/>
            <ac:spMk id="2" creationId="{9CCA1C33-C840-0C5E-74D5-98D61EC8952D}"/>
          </ac:spMkLst>
        </pc:spChg>
        <pc:spChg chg="del">
          <ac:chgData name="Angel Pérez Pérez" userId="601aed9219f2e6b2" providerId="LiveId" clId="{8D028D19-BEE8-48A1-B777-54D2B6C3AAB4}" dt="2025-04-14T11:40:49.259" v="281" actId="478"/>
          <ac:spMkLst>
            <pc:docMk/>
            <pc:sldMk cId="2666108486" sldId="277"/>
            <ac:spMk id="3" creationId="{2CE4FC8F-7CBF-9BBD-BCD5-06DB4B7143C4}"/>
          </ac:spMkLst>
        </pc:spChg>
        <pc:spChg chg="add mod">
          <ac:chgData name="Angel Pérez Pérez" userId="601aed9219f2e6b2" providerId="LiveId" clId="{8D028D19-BEE8-48A1-B777-54D2B6C3AAB4}" dt="2025-04-14T11:47:52.764" v="444"/>
          <ac:spMkLst>
            <pc:docMk/>
            <pc:sldMk cId="2666108486" sldId="277"/>
            <ac:spMk id="4" creationId="{6D79F638-12DF-FBB2-CEAA-77B2C0AC6FF0}"/>
          </ac:spMkLst>
        </pc:spChg>
        <pc:spChg chg="add mod">
          <ac:chgData name="Angel Pérez Pérez" userId="601aed9219f2e6b2" providerId="LiveId" clId="{8D028D19-BEE8-48A1-B777-54D2B6C3AAB4}" dt="2025-04-14T11:48:27.084" v="445"/>
          <ac:spMkLst>
            <pc:docMk/>
            <pc:sldMk cId="2666108486" sldId="277"/>
            <ac:spMk id="5" creationId="{2D4B6BCF-8231-D0E5-BB44-A3BF0134E133}"/>
          </ac:spMkLst>
        </pc:spChg>
        <pc:spChg chg="add mod">
          <ac:chgData name="Angel Pérez Pérez" userId="601aed9219f2e6b2" providerId="LiveId" clId="{8D028D19-BEE8-48A1-B777-54D2B6C3AAB4}" dt="2025-04-14T11:49:36.712" v="452" actId="20577"/>
          <ac:spMkLst>
            <pc:docMk/>
            <pc:sldMk cId="2666108486" sldId="277"/>
            <ac:spMk id="6" creationId="{2D3C5022-B126-1D6E-9775-2918B24D6CEA}"/>
          </ac:spMkLst>
        </pc:spChg>
        <pc:spChg chg="add mod">
          <ac:chgData name="Angel Pérez Pérez" userId="601aed9219f2e6b2" providerId="LiveId" clId="{8D028D19-BEE8-48A1-B777-54D2B6C3AAB4}" dt="2025-04-14T11:54:14.235" v="703"/>
          <ac:spMkLst>
            <pc:docMk/>
            <pc:sldMk cId="2666108486" sldId="277"/>
            <ac:spMk id="7" creationId="{DC2D324A-D64E-2E87-08F9-8C23B44DCB3B}"/>
          </ac:spMkLst>
        </pc:spChg>
        <pc:spChg chg="add mod">
          <ac:chgData name="Angel Pérez Pérez" userId="601aed9219f2e6b2" providerId="LiveId" clId="{8D028D19-BEE8-48A1-B777-54D2B6C3AAB4}" dt="2025-04-14T11:59:01.074" v="952" actId="114"/>
          <ac:spMkLst>
            <pc:docMk/>
            <pc:sldMk cId="2666108486" sldId="277"/>
            <ac:spMk id="8" creationId="{A3FB9C7A-D12B-EE9B-ECD7-DD168AA296AA}"/>
          </ac:spMkLst>
        </pc:spChg>
        <pc:spChg chg="add mod">
          <ac:chgData name="Angel Pérez Pérez" userId="601aed9219f2e6b2" providerId="LiveId" clId="{8D028D19-BEE8-48A1-B777-54D2B6C3AAB4}" dt="2025-04-14T15:38:41.463" v="2591" actId="113"/>
          <ac:spMkLst>
            <pc:docMk/>
            <pc:sldMk cId="2666108486" sldId="277"/>
            <ac:spMk id="11" creationId="{406DDE5E-4115-23A4-7F0C-704990659437}"/>
          </ac:spMkLst>
        </pc:spChg>
        <pc:picChg chg="add mod">
          <ac:chgData name="Angel Pérez Pérez" userId="601aed9219f2e6b2" providerId="LiveId" clId="{8D028D19-BEE8-48A1-B777-54D2B6C3AAB4}" dt="2025-04-14T11:55:32.662" v="735" actId="1076"/>
          <ac:picMkLst>
            <pc:docMk/>
            <pc:sldMk cId="2666108486" sldId="277"/>
            <ac:picMk id="10" creationId="{C7F1B1F0-4359-7F45-4814-A57089D8EEB7}"/>
          </ac:picMkLst>
        </pc:picChg>
      </pc:sldChg>
      <pc:sldChg chg="addSp delSp modSp new mod">
        <pc:chgData name="Angel Pérez Pérez" userId="601aed9219f2e6b2" providerId="LiveId" clId="{8D028D19-BEE8-48A1-B777-54D2B6C3AAB4}" dt="2025-04-14T15:23:25.871" v="2171" actId="404"/>
        <pc:sldMkLst>
          <pc:docMk/>
          <pc:sldMk cId="605641448" sldId="278"/>
        </pc:sldMkLst>
        <pc:spChg chg="del">
          <ac:chgData name="Angel Pérez Pérez" userId="601aed9219f2e6b2" providerId="LiveId" clId="{8D028D19-BEE8-48A1-B777-54D2B6C3AAB4}" dt="2025-04-14T13:48:43.242" v="1882" actId="478"/>
          <ac:spMkLst>
            <pc:docMk/>
            <pc:sldMk cId="605641448" sldId="278"/>
            <ac:spMk id="2" creationId="{BA431C3C-B708-112D-4856-2E8760A1440B}"/>
          </ac:spMkLst>
        </pc:spChg>
        <pc:spChg chg="del">
          <ac:chgData name="Angel Pérez Pérez" userId="601aed9219f2e6b2" providerId="LiveId" clId="{8D028D19-BEE8-48A1-B777-54D2B6C3AAB4}" dt="2025-04-14T13:48:46.121" v="1883" actId="478"/>
          <ac:spMkLst>
            <pc:docMk/>
            <pc:sldMk cId="605641448" sldId="278"/>
            <ac:spMk id="3" creationId="{EBFE329C-5C83-AF94-E5E1-651EFB8A4E9D}"/>
          </ac:spMkLst>
        </pc:spChg>
        <pc:spChg chg="add mod">
          <ac:chgData name="Angel Pérez Pérez" userId="601aed9219f2e6b2" providerId="LiveId" clId="{8D028D19-BEE8-48A1-B777-54D2B6C3AAB4}" dt="2025-04-14T13:48:54.022" v="1884"/>
          <ac:spMkLst>
            <pc:docMk/>
            <pc:sldMk cId="605641448" sldId="278"/>
            <ac:spMk id="4" creationId="{3B7F4A82-272E-65B3-571F-00947CEBC13C}"/>
          </ac:spMkLst>
        </pc:spChg>
        <pc:spChg chg="add mod">
          <ac:chgData name="Angel Pérez Pérez" userId="601aed9219f2e6b2" providerId="LiveId" clId="{8D028D19-BEE8-48A1-B777-54D2B6C3AAB4}" dt="2025-04-14T13:50:49.027" v="1921" actId="20577"/>
          <ac:spMkLst>
            <pc:docMk/>
            <pc:sldMk cId="605641448" sldId="278"/>
            <ac:spMk id="13" creationId="{C8FBD43C-9908-CDA5-CD6D-E60DCA801280}"/>
          </ac:spMkLst>
        </pc:spChg>
        <pc:spChg chg="add mod">
          <ac:chgData name="Angel Pérez Pérez" userId="601aed9219f2e6b2" providerId="LiveId" clId="{8D028D19-BEE8-48A1-B777-54D2B6C3AAB4}" dt="2025-04-14T13:50:33.462" v="1894" actId="1076"/>
          <ac:spMkLst>
            <pc:docMk/>
            <pc:sldMk cId="605641448" sldId="278"/>
            <ac:spMk id="14" creationId="{72287DB5-A7F3-F802-5075-E88191C8E9C4}"/>
          </ac:spMkLst>
        </pc:spChg>
        <pc:spChg chg="add mod">
          <ac:chgData name="Angel Pérez Pérez" userId="601aed9219f2e6b2" providerId="LiveId" clId="{8D028D19-BEE8-48A1-B777-54D2B6C3AAB4}" dt="2025-04-14T13:52:44.994" v="1930" actId="1076"/>
          <ac:spMkLst>
            <pc:docMk/>
            <pc:sldMk cId="605641448" sldId="278"/>
            <ac:spMk id="18" creationId="{532DFC96-FB2B-EF7B-8DA4-0A8D3C669BC9}"/>
          </ac:spMkLst>
        </pc:spChg>
        <pc:spChg chg="add mod">
          <ac:chgData name="Angel Pérez Pérez" userId="601aed9219f2e6b2" providerId="LiveId" clId="{8D028D19-BEE8-48A1-B777-54D2B6C3AAB4}" dt="2025-04-14T15:23:25.871" v="2171" actId="404"/>
          <ac:spMkLst>
            <pc:docMk/>
            <pc:sldMk cId="605641448" sldId="278"/>
            <ac:spMk id="20" creationId="{4E32F908-82DC-418A-9BEB-A7C6A9016669}"/>
          </ac:spMkLst>
        </pc:spChg>
        <pc:spChg chg="add mod">
          <ac:chgData name="Angel Pérez Pérez" userId="601aed9219f2e6b2" providerId="LiveId" clId="{8D028D19-BEE8-48A1-B777-54D2B6C3AAB4}" dt="2025-04-14T15:23:16.568" v="2165" actId="20577"/>
          <ac:spMkLst>
            <pc:docMk/>
            <pc:sldMk cId="605641448" sldId="278"/>
            <ac:spMk id="21" creationId="{9C7369B2-CC30-FF7C-078B-D95CB1B3388F}"/>
          </ac:spMkLst>
        </pc:spChg>
        <pc:picChg chg="add mod">
          <ac:chgData name="Angel Pérez Pérez" userId="601aed9219f2e6b2" providerId="LiveId" clId="{8D028D19-BEE8-48A1-B777-54D2B6C3AAB4}" dt="2025-04-14T13:52:52.193" v="1932" actId="1076"/>
          <ac:picMkLst>
            <pc:docMk/>
            <pc:sldMk cId="605641448" sldId="278"/>
            <ac:picMk id="6" creationId="{2FDD9669-D61E-D875-4E50-3DB99118A769}"/>
          </ac:picMkLst>
        </pc:picChg>
        <pc:picChg chg="add del">
          <ac:chgData name="Angel Pérez Pérez" userId="601aed9219f2e6b2" providerId="LiveId" clId="{8D028D19-BEE8-48A1-B777-54D2B6C3AAB4}" dt="2025-04-14T13:50:17.745" v="1892" actId="478"/>
          <ac:picMkLst>
            <pc:docMk/>
            <pc:sldMk cId="605641448" sldId="278"/>
            <ac:picMk id="8" creationId="{63A0486A-996A-DB11-25A5-3359FB05D65F}"/>
          </ac:picMkLst>
        </pc:picChg>
        <pc:picChg chg="add del">
          <ac:chgData name="Angel Pérez Pérez" userId="601aed9219f2e6b2" providerId="LiveId" clId="{8D028D19-BEE8-48A1-B777-54D2B6C3AAB4}" dt="2025-04-14T13:50:14.736" v="1891" actId="478"/>
          <ac:picMkLst>
            <pc:docMk/>
            <pc:sldMk cId="605641448" sldId="278"/>
            <ac:picMk id="10" creationId="{E7BBC369-E0AC-56FA-326C-18C0B483515F}"/>
          </ac:picMkLst>
        </pc:picChg>
        <pc:picChg chg="add del">
          <ac:chgData name="Angel Pérez Pérez" userId="601aed9219f2e6b2" providerId="LiveId" clId="{8D028D19-BEE8-48A1-B777-54D2B6C3AAB4}" dt="2025-04-14T13:50:12.250" v="1890" actId="478"/>
          <ac:picMkLst>
            <pc:docMk/>
            <pc:sldMk cId="605641448" sldId="278"/>
            <ac:picMk id="12" creationId="{17FB1DA7-2A9E-195C-C12D-8BCEC9FE57C2}"/>
          </ac:picMkLst>
        </pc:picChg>
        <pc:picChg chg="add mod">
          <ac:chgData name="Angel Pérez Pérez" userId="601aed9219f2e6b2" providerId="LiveId" clId="{8D028D19-BEE8-48A1-B777-54D2B6C3AAB4}" dt="2025-04-14T15:22:52.572" v="2113" actId="1076"/>
          <ac:picMkLst>
            <pc:docMk/>
            <pc:sldMk cId="605641448" sldId="278"/>
            <ac:picMk id="16" creationId="{43E1A268-4E4D-C12F-D5CC-5BA7B78CBF04}"/>
          </ac:picMkLst>
        </pc:picChg>
      </pc:sldChg>
    </pc:docChg>
  </pc:docChgLst>
  <pc:docChgLst>
    <pc:chgData name="Angel Pérez Pérez" userId="601aed9219f2e6b2" providerId="LiveId" clId="{35F356E9-65F1-423A-BFC8-2E7D497E7EBB}"/>
    <pc:docChg chg="undo custSel addSld delSld modSld sldOrd">
      <pc:chgData name="Angel Pérez Pérez" userId="601aed9219f2e6b2" providerId="LiveId" clId="{35F356E9-65F1-423A-BFC8-2E7D497E7EBB}" dt="2025-04-14T01:41:28.226" v="1315" actId="1076"/>
      <pc:docMkLst>
        <pc:docMk/>
      </pc:docMkLst>
      <pc:sldChg chg="addSp modSp mod">
        <pc:chgData name="Angel Pérez Pérez" userId="601aed9219f2e6b2" providerId="LiveId" clId="{35F356E9-65F1-423A-BFC8-2E7D497E7EBB}" dt="2025-04-12T23:26:42.511" v="62" actId="1036"/>
        <pc:sldMkLst>
          <pc:docMk/>
          <pc:sldMk cId="1647141476" sldId="257"/>
        </pc:sldMkLst>
        <pc:spChg chg="add mod">
          <ac:chgData name="Angel Pérez Pérez" userId="601aed9219f2e6b2" providerId="LiveId" clId="{35F356E9-65F1-423A-BFC8-2E7D497E7EBB}" dt="2025-04-12T23:24:30.924" v="2" actId="1076"/>
          <ac:spMkLst>
            <pc:docMk/>
            <pc:sldMk cId="1647141476" sldId="257"/>
            <ac:spMk id="2" creationId="{759C7235-097B-CA78-311F-A14A1BFEC986}"/>
          </ac:spMkLst>
        </pc:spChg>
        <pc:spChg chg="add mod">
          <ac:chgData name="Angel Pérez Pérez" userId="601aed9219f2e6b2" providerId="LiveId" clId="{35F356E9-65F1-423A-BFC8-2E7D497E7EBB}" dt="2025-04-12T23:26:30.637" v="45" actId="1036"/>
          <ac:spMkLst>
            <pc:docMk/>
            <pc:sldMk cId="1647141476" sldId="257"/>
            <ac:spMk id="3" creationId="{2F1A50F0-89F1-240D-6725-4E10BBFFC557}"/>
          </ac:spMkLst>
        </pc:spChg>
        <pc:spChg chg="add mod">
          <ac:chgData name="Angel Pérez Pérez" userId="601aed9219f2e6b2" providerId="LiveId" clId="{35F356E9-65F1-423A-BFC8-2E7D497E7EBB}" dt="2025-04-12T23:26:36.728" v="46" actId="1076"/>
          <ac:spMkLst>
            <pc:docMk/>
            <pc:sldMk cId="1647141476" sldId="257"/>
            <ac:spMk id="4" creationId="{01719A50-A77E-E415-A610-5F8B7843C97F}"/>
          </ac:spMkLst>
        </pc:spChg>
        <pc:spChg chg="add mod">
          <ac:chgData name="Angel Pérez Pérez" userId="601aed9219f2e6b2" providerId="LiveId" clId="{35F356E9-65F1-423A-BFC8-2E7D497E7EBB}" dt="2025-04-12T23:26:42.511" v="62" actId="1036"/>
          <ac:spMkLst>
            <pc:docMk/>
            <pc:sldMk cId="1647141476" sldId="257"/>
            <ac:spMk id="5" creationId="{5AA238D7-5F15-6247-41A4-8C4E81ACB794}"/>
          </ac:spMkLst>
        </pc:spChg>
        <pc:picChg chg="add mod">
          <ac:chgData name="Angel Pérez Pérez" userId="601aed9219f2e6b2" providerId="LiveId" clId="{35F356E9-65F1-423A-BFC8-2E7D497E7EBB}" dt="2025-04-12T23:26:01.263" v="14" actId="1076"/>
          <ac:picMkLst>
            <pc:docMk/>
            <pc:sldMk cId="1647141476" sldId="257"/>
            <ac:picMk id="6" creationId="{788570AB-2894-3E0E-F18E-219A3003F0B5}"/>
          </ac:picMkLst>
        </pc:picChg>
      </pc:sldChg>
      <pc:sldChg chg="addSp delSp modSp del mod">
        <pc:chgData name="Angel Pérez Pérez" userId="601aed9219f2e6b2" providerId="LiveId" clId="{35F356E9-65F1-423A-BFC8-2E7D497E7EBB}" dt="2025-04-12T23:35:44.612" v="310" actId="47"/>
        <pc:sldMkLst>
          <pc:docMk/>
          <pc:sldMk cId="1408039666" sldId="259"/>
        </pc:sldMkLst>
      </pc:sldChg>
      <pc:sldChg chg="addSp delSp modSp add mod">
        <pc:chgData name="Angel Pérez Pérez" userId="601aed9219f2e6b2" providerId="LiveId" clId="{35F356E9-65F1-423A-BFC8-2E7D497E7EBB}" dt="2025-04-12T23:35:29.410" v="309" actId="1036"/>
        <pc:sldMkLst>
          <pc:docMk/>
          <pc:sldMk cId="1443251574" sldId="260"/>
        </pc:sldMkLst>
        <pc:spChg chg="mod">
          <ac:chgData name="Angel Pérez Pérez" userId="601aed9219f2e6b2" providerId="LiveId" clId="{35F356E9-65F1-423A-BFC8-2E7D497E7EBB}" dt="2025-04-12T23:35:11.750" v="297" actId="1076"/>
          <ac:spMkLst>
            <pc:docMk/>
            <pc:sldMk cId="1443251574" sldId="260"/>
            <ac:spMk id="4" creationId="{6AB5BE73-8689-9C10-DBFB-E5E81824FC4A}"/>
          </ac:spMkLst>
        </pc:spChg>
        <pc:spChg chg="mod">
          <ac:chgData name="Angel Pérez Pérez" userId="601aed9219f2e6b2" providerId="LiveId" clId="{35F356E9-65F1-423A-BFC8-2E7D497E7EBB}" dt="2025-04-12T23:33:04.777" v="227" actId="20577"/>
          <ac:spMkLst>
            <pc:docMk/>
            <pc:sldMk cId="1443251574" sldId="260"/>
            <ac:spMk id="6" creationId="{F79C8A49-813E-F19B-4E62-06C18A6BD506}"/>
          </ac:spMkLst>
        </pc:spChg>
        <pc:spChg chg="mod">
          <ac:chgData name="Angel Pérez Pérez" userId="601aed9219f2e6b2" providerId="LiveId" clId="{35F356E9-65F1-423A-BFC8-2E7D497E7EBB}" dt="2025-04-12T23:35:11.750" v="297" actId="1076"/>
          <ac:spMkLst>
            <pc:docMk/>
            <pc:sldMk cId="1443251574" sldId="260"/>
            <ac:spMk id="7" creationId="{73308C67-46FA-AE27-259E-A0BBC318376C}"/>
          </ac:spMkLst>
        </pc:spChg>
        <pc:spChg chg="mod">
          <ac:chgData name="Angel Pérez Pérez" userId="601aed9219f2e6b2" providerId="LiveId" clId="{35F356E9-65F1-423A-BFC8-2E7D497E7EBB}" dt="2025-04-12T23:35:22.654" v="304" actId="1036"/>
          <ac:spMkLst>
            <pc:docMk/>
            <pc:sldMk cId="1443251574" sldId="260"/>
            <ac:spMk id="8" creationId="{E18B05A3-FA8C-36EE-C462-B9BA948DA29A}"/>
          </ac:spMkLst>
        </pc:spChg>
        <pc:spChg chg="mod">
          <ac:chgData name="Angel Pérez Pérez" userId="601aed9219f2e6b2" providerId="LiveId" clId="{35F356E9-65F1-423A-BFC8-2E7D497E7EBB}" dt="2025-04-12T23:35:22.654" v="304" actId="1036"/>
          <ac:spMkLst>
            <pc:docMk/>
            <pc:sldMk cId="1443251574" sldId="260"/>
            <ac:spMk id="9" creationId="{775EC17B-B9B1-457C-74D6-39D615AF4A0C}"/>
          </ac:spMkLst>
        </pc:spChg>
        <pc:spChg chg="mod">
          <ac:chgData name="Angel Pérez Pérez" userId="601aed9219f2e6b2" providerId="LiveId" clId="{35F356E9-65F1-423A-BFC8-2E7D497E7EBB}" dt="2025-04-12T23:35:22.654" v="304" actId="1036"/>
          <ac:spMkLst>
            <pc:docMk/>
            <pc:sldMk cId="1443251574" sldId="260"/>
            <ac:spMk id="10" creationId="{C39715CF-64AC-161B-14E7-B6D1F2A4C30C}"/>
          </ac:spMkLst>
        </pc:spChg>
        <pc:spChg chg="mod">
          <ac:chgData name="Angel Pérez Pérez" userId="601aed9219f2e6b2" providerId="LiveId" clId="{35F356E9-65F1-423A-BFC8-2E7D497E7EBB}" dt="2025-04-12T23:35:29.410" v="309" actId="1036"/>
          <ac:spMkLst>
            <pc:docMk/>
            <pc:sldMk cId="1443251574" sldId="260"/>
            <ac:spMk id="13" creationId="{ADA16889-282F-1D7A-A3CF-38285A8D972F}"/>
          </ac:spMkLst>
        </pc:spChg>
        <pc:spChg chg="mod">
          <ac:chgData name="Angel Pérez Pérez" userId="601aed9219f2e6b2" providerId="LiveId" clId="{35F356E9-65F1-423A-BFC8-2E7D497E7EBB}" dt="2025-04-12T23:35:29.410" v="309" actId="1036"/>
          <ac:spMkLst>
            <pc:docMk/>
            <pc:sldMk cId="1443251574" sldId="260"/>
            <ac:spMk id="14" creationId="{0A5D52A8-ED99-82D7-A172-BCC6E8DF4340}"/>
          </ac:spMkLst>
        </pc:spChg>
        <pc:spChg chg="mod">
          <ac:chgData name="Angel Pérez Pérez" userId="601aed9219f2e6b2" providerId="LiveId" clId="{35F356E9-65F1-423A-BFC8-2E7D497E7EBB}" dt="2025-04-12T23:35:29.410" v="309" actId="1036"/>
          <ac:spMkLst>
            <pc:docMk/>
            <pc:sldMk cId="1443251574" sldId="260"/>
            <ac:spMk id="15" creationId="{2962A59B-8E88-1CB6-B1B1-B3B9EAF8A1BB}"/>
          </ac:spMkLst>
        </pc:spChg>
        <pc:spChg chg="mod">
          <ac:chgData name="Angel Pérez Pérez" userId="601aed9219f2e6b2" providerId="LiveId" clId="{35F356E9-65F1-423A-BFC8-2E7D497E7EBB}" dt="2025-04-12T23:35:11.750" v="297" actId="1076"/>
          <ac:spMkLst>
            <pc:docMk/>
            <pc:sldMk cId="1443251574" sldId="260"/>
            <ac:spMk id="16" creationId="{26E750C8-6F39-3401-1122-0CE380CDDC7E}"/>
          </ac:spMkLst>
        </pc:spChg>
        <pc:spChg chg="add mod">
          <ac:chgData name="Angel Pérez Pérez" userId="601aed9219f2e6b2" providerId="LiveId" clId="{35F356E9-65F1-423A-BFC8-2E7D497E7EBB}" dt="2025-04-12T23:30:25.337" v="158" actId="255"/>
          <ac:spMkLst>
            <pc:docMk/>
            <pc:sldMk cId="1443251574" sldId="260"/>
            <ac:spMk id="18" creationId="{2DB73889-DC7A-0D09-9CB9-E0E71EEF15C2}"/>
          </ac:spMkLst>
        </pc:spChg>
        <pc:spChg chg="add mod">
          <ac:chgData name="Angel Pérez Pérez" userId="601aed9219f2e6b2" providerId="LiveId" clId="{35F356E9-65F1-423A-BFC8-2E7D497E7EBB}" dt="2025-04-12T23:35:29.410" v="309" actId="1036"/>
          <ac:spMkLst>
            <pc:docMk/>
            <pc:sldMk cId="1443251574" sldId="260"/>
            <ac:spMk id="21" creationId="{B33C34D2-A16B-7606-D699-E3A34D8CF0DC}"/>
          </ac:spMkLst>
        </pc:spChg>
        <pc:cxnChg chg="mod">
          <ac:chgData name="Angel Pérez Pérez" userId="601aed9219f2e6b2" providerId="LiveId" clId="{35F356E9-65F1-423A-BFC8-2E7D497E7EBB}" dt="2025-04-12T23:35:00.796" v="296" actId="1076"/>
          <ac:cxnSpMkLst>
            <pc:docMk/>
            <pc:sldMk cId="1443251574" sldId="260"/>
            <ac:cxnSpMk id="11" creationId="{60E26E55-E0AC-3B6A-DC9D-DFC704557E4A}"/>
          </ac:cxnSpMkLst>
        </pc:cxnChg>
        <pc:cxnChg chg="add mod">
          <ac:chgData name="Angel Pérez Pérez" userId="601aed9219f2e6b2" providerId="LiveId" clId="{35F356E9-65F1-423A-BFC8-2E7D497E7EBB}" dt="2025-04-12T23:34:22.703" v="291" actId="1036"/>
          <ac:cxnSpMkLst>
            <pc:docMk/>
            <pc:sldMk cId="1443251574" sldId="260"/>
            <ac:cxnSpMk id="22" creationId="{61657DFD-F586-D18E-BAD3-FA6B216AA878}"/>
          </ac:cxnSpMkLst>
        </pc:cxnChg>
        <pc:cxnChg chg="add mod">
          <ac:chgData name="Angel Pérez Pérez" userId="601aed9219f2e6b2" providerId="LiveId" clId="{35F356E9-65F1-423A-BFC8-2E7D497E7EBB}" dt="2025-04-12T23:35:29.410" v="309" actId="1036"/>
          <ac:cxnSpMkLst>
            <pc:docMk/>
            <pc:sldMk cId="1443251574" sldId="260"/>
            <ac:cxnSpMk id="23" creationId="{2AAFA2F0-8EAE-0F88-64E7-8550AA819E7F}"/>
          </ac:cxnSpMkLst>
        </pc:cxnChg>
      </pc:sldChg>
      <pc:sldChg chg="addSp delSp modSp add mod">
        <pc:chgData name="Angel Pérez Pérez" userId="601aed9219f2e6b2" providerId="LiveId" clId="{35F356E9-65F1-423A-BFC8-2E7D497E7EBB}" dt="2025-04-14T00:53:38.105" v="897" actId="478"/>
        <pc:sldMkLst>
          <pc:docMk/>
          <pc:sldMk cId="744254523" sldId="261"/>
        </pc:sldMkLst>
        <pc:spChg chg="add del mod">
          <ac:chgData name="Angel Pérez Pérez" userId="601aed9219f2e6b2" providerId="LiveId" clId="{35F356E9-65F1-423A-BFC8-2E7D497E7EBB}" dt="2025-04-14T00:53:38.105" v="897" actId="478"/>
          <ac:spMkLst>
            <pc:docMk/>
            <pc:sldMk cId="744254523" sldId="261"/>
            <ac:spMk id="3" creationId="{3A05243D-8494-F044-F95F-59B5C9771085}"/>
          </ac:spMkLst>
        </pc:spChg>
        <pc:spChg chg="mod">
          <ac:chgData name="Angel Pérez Pérez" userId="601aed9219f2e6b2" providerId="LiveId" clId="{35F356E9-65F1-423A-BFC8-2E7D497E7EBB}" dt="2025-04-12T23:39:21.814" v="428" actId="1076"/>
          <ac:spMkLst>
            <pc:docMk/>
            <pc:sldMk cId="744254523" sldId="261"/>
            <ac:spMk id="4" creationId="{031D367F-BB89-F116-0CA3-180CA1A950A2}"/>
          </ac:spMkLst>
        </pc:spChg>
        <pc:spChg chg="add mod">
          <ac:chgData name="Angel Pérez Pérez" userId="601aed9219f2e6b2" providerId="LiveId" clId="{35F356E9-65F1-423A-BFC8-2E7D497E7EBB}" dt="2025-04-12T23:39:37.567" v="430" actId="1076"/>
          <ac:spMkLst>
            <pc:docMk/>
            <pc:sldMk cId="744254523" sldId="261"/>
            <ac:spMk id="12" creationId="{3723822A-A359-AD33-18D0-9A387D6BFD5C}"/>
          </ac:spMkLst>
        </pc:spChg>
      </pc:sldChg>
      <pc:sldChg chg="addSp delSp modSp add mod ord">
        <pc:chgData name="Angel Pérez Pérez" userId="601aed9219f2e6b2" providerId="LiveId" clId="{35F356E9-65F1-423A-BFC8-2E7D497E7EBB}" dt="2025-04-13T23:41:01.824" v="593"/>
        <pc:sldMkLst>
          <pc:docMk/>
          <pc:sldMk cId="424005470" sldId="262"/>
        </pc:sldMkLst>
        <pc:spChg chg="add mod">
          <ac:chgData name="Angel Pérez Pérez" userId="601aed9219f2e6b2" providerId="LiveId" clId="{35F356E9-65F1-423A-BFC8-2E7D497E7EBB}" dt="2025-04-13T00:29:09.672" v="452" actId="1076"/>
          <ac:spMkLst>
            <pc:docMk/>
            <pc:sldMk cId="424005470" sldId="262"/>
            <ac:spMk id="3" creationId="{1F4E3C0D-47CC-662D-15F4-B4CC7895AA15}"/>
          </ac:spMkLst>
        </pc:spChg>
        <pc:spChg chg="del">
          <ac:chgData name="Angel Pérez Pérez" userId="601aed9219f2e6b2" providerId="LiveId" clId="{35F356E9-65F1-423A-BFC8-2E7D497E7EBB}" dt="2025-04-13T00:26:56.855" v="439" actId="478"/>
          <ac:spMkLst>
            <pc:docMk/>
            <pc:sldMk cId="424005470" sldId="262"/>
            <ac:spMk id="4" creationId="{600388C5-2F8F-20DE-42CD-8FFB9B1418E9}"/>
          </ac:spMkLst>
        </pc:spChg>
        <pc:spChg chg="add mod">
          <ac:chgData name="Angel Pérez Pérez" userId="601aed9219f2e6b2" providerId="LiveId" clId="{35F356E9-65F1-423A-BFC8-2E7D497E7EBB}" dt="2025-04-13T00:29:13.559" v="453" actId="1076"/>
          <ac:spMkLst>
            <pc:docMk/>
            <pc:sldMk cId="424005470" sldId="262"/>
            <ac:spMk id="6" creationId="{66B4118A-EA14-42A7-8B1B-04881D9FAF7C}"/>
          </ac:spMkLst>
        </pc:spChg>
        <pc:picChg chg="add del mod">
          <ac:chgData name="Angel Pérez Pérez" userId="601aed9219f2e6b2" providerId="LiveId" clId="{35F356E9-65F1-423A-BFC8-2E7D497E7EBB}" dt="2025-04-13T00:27:32.657" v="446" actId="478"/>
          <ac:picMkLst>
            <pc:docMk/>
            <pc:sldMk cId="424005470" sldId="262"/>
            <ac:picMk id="8" creationId="{0E1DFB64-D583-5B0E-A9BA-4B09CDD12176}"/>
          </ac:picMkLst>
        </pc:picChg>
        <pc:picChg chg="add mod">
          <ac:chgData name="Angel Pérez Pérez" userId="601aed9219f2e6b2" providerId="LiveId" clId="{35F356E9-65F1-423A-BFC8-2E7D497E7EBB}" dt="2025-04-13T00:29:16.120" v="454" actId="1076"/>
          <ac:picMkLst>
            <pc:docMk/>
            <pc:sldMk cId="424005470" sldId="262"/>
            <ac:picMk id="10" creationId="{B1857504-1DC5-F773-2800-DA3B66A555B1}"/>
          </ac:picMkLst>
        </pc:picChg>
      </pc:sldChg>
      <pc:sldChg chg="addSp delSp modSp add mod ord">
        <pc:chgData name="Angel Pérez Pérez" userId="601aed9219f2e6b2" providerId="LiveId" clId="{35F356E9-65F1-423A-BFC8-2E7D497E7EBB}" dt="2025-04-14T01:25:32.381" v="1301" actId="478"/>
        <pc:sldMkLst>
          <pc:docMk/>
          <pc:sldMk cId="2872902289" sldId="263"/>
        </pc:sldMkLst>
        <pc:spChg chg="add del mod">
          <ac:chgData name="Angel Pérez Pérez" userId="601aed9219f2e6b2" providerId="LiveId" clId="{35F356E9-65F1-423A-BFC8-2E7D497E7EBB}" dt="2025-04-14T01:25:32.381" v="1301" actId="478"/>
          <ac:spMkLst>
            <pc:docMk/>
            <pc:sldMk cId="2872902289" sldId="263"/>
            <ac:spMk id="3" creationId="{288C6853-619A-AD2A-A194-7E0B3441BCAD}"/>
          </ac:spMkLst>
        </pc:spChg>
        <pc:spChg chg="mod">
          <ac:chgData name="Angel Pérez Pérez" userId="601aed9219f2e6b2" providerId="LiveId" clId="{35F356E9-65F1-423A-BFC8-2E7D497E7EBB}" dt="2025-04-14T00:42:45.622" v="791" actId="1076"/>
          <ac:spMkLst>
            <pc:docMk/>
            <pc:sldMk cId="2872902289" sldId="263"/>
            <ac:spMk id="4" creationId="{72BE0447-B3E3-230F-D73A-066AF86F6ADE}"/>
          </ac:spMkLst>
        </pc:spChg>
        <pc:spChg chg="mod">
          <ac:chgData name="Angel Pérez Pérez" userId="601aed9219f2e6b2" providerId="LiveId" clId="{35F356E9-65F1-423A-BFC8-2E7D497E7EBB}" dt="2025-04-13T00:30:18.774" v="495" actId="20577"/>
          <ac:spMkLst>
            <pc:docMk/>
            <pc:sldMk cId="2872902289" sldId="263"/>
            <ac:spMk id="12" creationId="{8E9F42F9-7B99-F118-C53B-6001371E2CBD}"/>
          </ac:spMkLst>
        </pc:spChg>
      </pc:sldChg>
      <pc:sldChg chg="addSp delSp modSp new mod">
        <pc:chgData name="Angel Pérez Pérez" userId="601aed9219f2e6b2" providerId="LiveId" clId="{35F356E9-65F1-423A-BFC8-2E7D497E7EBB}" dt="2025-04-14T01:19:56.114" v="1284" actId="20577"/>
        <pc:sldMkLst>
          <pc:docMk/>
          <pc:sldMk cId="2382940268" sldId="264"/>
        </pc:sldMkLst>
        <pc:spChg chg="del">
          <ac:chgData name="Angel Pérez Pérez" userId="601aed9219f2e6b2" providerId="LiveId" clId="{35F356E9-65F1-423A-BFC8-2E7D497E7EBB}" dt="2025-04-13T00:30:32.330" v="497" actId="478"/>
          <ac:spMkLst>
            <pc:docMk/>
            <pc:sldMk cId="2382940268" sldId="264"/>
            <ac:spMk id="2" creationId="{4D99D0E8-6554-CBE4-C6B9-A4C29711EF1F}"/>
          </ac:spMkLst>
        </pc:spChg>
        <pc:spChg chg="del">
          <ac:chgData name="Angel Pérez Pérez" userId="601aed9219f2e6b2" providerId="LiveId" clId="{35F356E9-65F1-423A-BFC8-2E7D497E7EBB}" dt="2025-04-13T00:30:33.611" v="498" actId="478"/>
          <ac:spMkLst>
            <pc:docMk/>
            <pc:sldMk cId="2382940268" sldId="264"/>
            <ac:spMk id="3" creationId="{CA8054CF-98A9-2653-FC88-60A1A499A960}"/>
          </ac:spMkLst>
        </pc:spChg>
        <pc:spChg chg="add mod">
          <ac:chgData name="Angel Pérez Pérez" userId="601aed9219f2e6b2" providerId="LiveId" clId="{35F356E9-65F1-423A-BFC8-2E7D497E7EBB}" dt="2025-04-14T01:19:56.114" v="1284" actId="20577"/>
          <ac:spMkLst>
            <pc:docMk/>
            <pc:sldMk cId="2382940268" sldId="264"/>
            <ac:spMk id="4" creationId="{09406785-C028-76C3-3AD4-93F78EC9567C}"/>
          </ac:spMkLst>
        </pc:spChg>
      </pc:sldChg>
      <pc:sldChg chg="addSp delSp modSp new mod">
        <pc:chgData name="Angel Pérez Pérez" userId="601aed9219f2e6b2" providerId="LiveId" clId="{35F356E9-65F1-423A-BFC8-2E7D497E7EBB}" dt="2025-04-13T00:33:42.276" v="572" actId="1076"/>
        <pc:sldMkLst>
          <pc:docMk/>
          <pc:sldMk cId="474287983" sldId="265"/>
        </pc:sldMkLst>
        <pc:spChg chg="del">
          <ac:chgData name="Angel Pérez Pérez" userId="601aed9219f2e6b2" providerId="LiveId" clId="{35F356E9-65F1-423A-BFC8-2E7D497E7EBB}" dt="2025-04-13T00:30:54.593" v="504" actId="478"/>
          <ac:spMkLst>
            <pc:docMk/>
            <pc:sldMk cId="474287983" sldId="265"/>
            <ac:spMk id="2" creationId="{D795B868-817E-972F-D26C-FF1F4AF93F23}"/>
          </ac:spMkLst>
        </pc:spChg>
        <pc:spChg chg="del">
          <ac:chgData name="Angel Pérez Pérez" userId="601aed9219f2e6b2" providerId="LiveId" clId="{35F356E9-65F1-423A-BFC8-2E7D497E7EBB}" dt="2025-04-13T00:30:56.074" v="505" actId="478"/>
          <ac:spMkLst>
            <pc:docMk/>
            <pc:sldMk cId="474287983" sldId="265"/>
            <ac:spMk id="3" creationId="{552D91FC-3F8F-25E7-5235-0AB14DEB0A79}"/>
          </ac:spMkLst>
        </pc:spChg>
        <pc:spChg chg="add mod">
          <ac:chgData name="Angel Pérez Pérez" userId="601aed9219f2e6b2" providerId="LiveId" clId="{35F356E9-65F1-423A-BFC8-2E7D497E7EBB}" dt="2025-04-13T00:33:42.276" v="572" actId="1076"/>
          <ac:spMkLst>
            <pc:docMk/>
            <pc:sldMk cId="474287983" sldId="265"/>
            <ac:spMk id="4" creationId="{AFB1D8E9-9E63-5D13-6F8E-B8E5BD9FFFB2}"/>
          </ac:spMkLst>
        </pc:spChg>
      </pc:sldChg>
      <pc:sldChg chg="addSp delSp modSp new mod">
        <pc:chgData name="Angel Pérez Pérez" userId="601aed9219f2e6b2" providerId="LiveId" clId="{35F356E9-65F1-423A-BFC8-2E7D497E7EBB}" dt="2025-04-13T00:33:46.716" v="573" actId="1076"/>
        <pc:sldMkLst>
          <pc:docMk/>
          <pc:sldMk cId="1713876781" sldId="266"/>
        </pc:sldMkLst>
        <pc:spChg chg="del">
          <ac:chgData name="Angel Pérez Pérez" userId="601aed9219f2e6b2" providerId="LiveId" clId="{35F356E9-65F1-423A-BFC8-2E7D497E7EBB}" dt="2025-04-13T00:31:11.840" v="510" actId="478"/>
          <ac:spMkLst>
            <pc:docMk/>
            <pc:sldMk cId="1713876781" sldId="266"/>
            <ac:spMk id="2" creationId="{B8C524CA-00DB-BB93-03FA-4DFD18ECDF7F}"/>
          </ac:spMkLst>
        </pc:spChg>
        <pc:spChg chg="del">
          <ac:chgData name="Angel Pérez Pérez" userId="601aed9219f2e6b2" providerId="LiveId" clId="{35F356E9-65F1-423A-BFC8-2E7D497E7EBB}" dt="2025-04-13T00:31:14.554" v="511" actId="478"/>
          <ac:spMkLst>
            <pc:docMk/>
            <pc:sldMk cId="1713876781" sldId="266"/>
            <ac:spMk id="3" creationId="{FA0078EB-8E9C-4331-176B-D34D53A3311D}"/>
          </ac:spMkLst>
        </pc:spChg>
        <pc:spChg chg="add mod">
          <ac:chgData name="Angel Pérez Pérez" userId="601aed9219f2e6b2" providerId="LiveId" clId="{35F356E9-65F1-423A-BFC8-2E7D497E7EBB}" dt="2025-04-13T00:33:46.716" v="573" actId="1076"/>
          <ac:spMkLst>
            <pc:docMk/>
            <pc:sldMk cId="1713876781" sldId="266"/>
            <ac:spMk id="4" creationId="{132E0B66-9943-B286-AD7C-7E18F13C0A9F}"/>
          </ac:spMkLst>
        </pc:spChg>
      </pc:sldChg>
      <pc:sldChg chg="addSp delSp modSp new mod">
        <pc:chgData name="Angel Pérez Pérez" userId="601aed9219f2e6b2" providerId="LiveId" clId="{35F356E9-65F1-423A-BFC8-2E7D497E7EBB}" dt="2025-04-13T00:33:55.102" v="575" actId="1076"/>
        <pc:sldMkLst>
          <pc:docMk/>
          <pc:sldMk cId="3050812815" sldId="267"/>
        </pc:sldMkLst>
        <pc:spChg chg="del">
          <ac:chgData name="Angel Pérez Pérez" userId="601aed9219f2e6b2" providerId="LiveId" clId="{35F356E9-65F1-423A-BFC8-2E7D497E7EBB}" dt="2025-04-13T00:31:30.937" v="516" actId="478"/>
          <ac:spMkLst>
            <pc:docMk/>
            <pc:sldMk cId="3050812815" sldId="267"/>
            <ac:spMk id="2" creationId="{9524E3DE-9B1F-8060-3AD3-B7B47F9AB081}"/>
          </ac:spMkLst>
        </pc:spChg>
        <pc:spChg chg="del">
          <ac:chgData name="Angel Pérez Pérez" userId="601aed9219f2e6b2" providerId="LiveId" clId="{35F356E9-65F1-423A-BFC8-2E7D497E7EBB}" dt="2025-04-13T00:31:32.664" v="517" actId="478"/>
          <ac:spMkLst>
            <pc:docMk/>
            <pc:sldMk cId="3050812815" sldId="267"/>
            <ac:spMk id="3" creationId="{EAA565F8-8CDC-B4E5-BFFB-7D391B2CB6D6}"/>
          </ac:spMkLst>
        </pc:spChg>
        <pc:spChg chg="add mod">
          <ac:chgData name="Angel Pérez Pérez" userId="601aed9219f2e6b2" providerId="LiveId" clId="{35F356E9-65F1-423A-BFC8-2E7D497E7EBB}" dt="2025-04-13T00:33:55.102" v="575" actId="1076"/>
          <ac:spMkLst>
            <pc:docMk/>
            <pc:sldMk cId="3050812815" sldId="267"/>
            <ac:spMk id="4" creationId="{17409800-3DA9-F92E-F044-1CAA308E1A6F}"/>
          </ac:spMkLst>
        </pc:spChg>
      </pc:sldChg>
      <pc:sldChg chg="addSp delSp modSp new mod">
        <pc:chgData name="Angel Pérez Pérez" userId="601aed9219f2e6b2" providerId="LiveId" clId="{35F356E9-65F1-423A-BFC8-2E7D497E7EBB}" dt="2025-04-13T00:33:59.734" v="576" actId="1076"/>
        <pc:sldMkLst>
          <pc:docMk/>
          <pc:sldMk cId="4191046590" sldId="268"/>
        </pc:sldMkLst>
        <pc:spChg chg="del">
          <ac:chgData name="Angel Pérez Pérez" userId="601aed9219f2e6b2" providerId="LiveId" clId="{35F356E9-65F1-423A-BFC8-2E7D497E7EBB}" dt="2025-04-13T00:32:09.681" v="552" actId="478"/>
          <ac:spMkLst>
            <pc:docMk/>
            <pc:sldMk cId="4191046590" sldId="268"/>
            <ac:spMk id="2" creationId="{8BFBB162-1472-57C0-E583-AA3AC89016E8}"/>
          </ac:spMkLst>
        </pc:spChg>
        <pc:spChg chg="del">
          <ac:chgData name="Angel Pérez Pérez" userId="601aed9219f2e6b2" providerId="LiveId" clId="{35F356E9-65F1-423A-BFC8-2E7D497E7EBB}" dt="2025-04-13T00:32:10.830" v="553" actId="478"/>
          <ac:spMkLst>
            <pc:docMk/>
            <pc:sldMk cId="4191046590" sldId="268"/>
            <ac:spMk id="3" creationId="{C5A0A706-59B8-86E8-4FEF-38A3B1C702AD}"/>
          </ac:spMkLst>
        </pc:spChg>
        <pc:spChg chg="add mod">
          <ac:chgData name="Angel Pérez Pérez" userId="601aed9219f2e6b2" providerId="LiveId" clId="{35F356E9-65F1-423A-BFC8-2E7D497E7EBB}" dt="2025-04-13T00:33:59.734" v="576" actId="1076"/>
          <ac:spMkLst>
            <pc:docMk/>
            <pc:sldMk cId="4191046590" sldId="268"/>
            <ac:spMk id="4" creationId="{3F3788A1-E265-F494-2BFE-E1001BA2B215}"/>
          </ac:spMkLst>
        </pc:spChg>
      </pc:sldChg>
      <pc:sldChg chg="addSp delSp modSp new mod">
        <pc:chgData name="Angel Pérez Pérez" userId="601aed9219f2e6b2" providerId="LiveId" clId="{35F356E9-65F1-423A-BFC8-2E7D497E7EBB}" dt="2025-04-13T00:34:04.922" v="577" actId="1076"/>
        <pc:sldMkLst>
          <pc:docMk/>
          <pc:sldMk cId="502992155" sldId="269"/>
        </pc:sldMkLst>
        <pc:spChg chg="del">
          <ac:chgData name="Angel Pérez Pérez" userId="601aed9219f2e6b2" providerId="LiveId" clId="{35F356E9-65F1-423A-BFC8-2E7D497E7EBB}" dt="2025-04-13T00:32:34.476" v="559" actId="478"/>
          <ac:spMkLst>
            <pc:docMk/>
            <pc:sldMk cId="502992155" sldId="269"/>
            <ac:spMk id="2" creationId="{C791D926-EDA1-BCB9-B2A0-44C0B8877198}"/>
          </ac:spMkLst>
        </pc:spChg>
        <pc:spChg chg="del">
          <ac:chgData name="Angel Pérez Pérez" userId="601aed9219f2e6b2" providerId="LiveId" clId="{35F356E9-65F1-423A-BFC8-2E7D497E7EBB}" dt="2025-04-13T00:32:35.566" v="560" actId="478"/>
          <ac:spMkLst>
            <pc:docMk/>
            <pc:sldMk cId="502992155" sldId="269"/>
            <ac:spMk id="3" creationId="{DBC05114-7DEE-57DA-BCBD-ACB7C5DDE69C}"/>
          </ac:spMkLst>
        </pc:spChg>
        <pc:spChg chg="add mod">
          <ac:chgData name="Angel Pérez Pérez" userId="601aed9219f2e6b2" providerId="LiveId" clId="{35F356E9-65F1-423A-BFC8-2E7D497E7EBB}" dt="2025-04-13T00:34:04.922" v="577" actId="1076"/>
          <ac:spMkLst>
            <pc:docMk/>
            <pc:sldMk cId="502992155" sldId="269"/>
            <ac:spMk id="4" creationId="{06A8FFE5-C40A-42AB-363A-2A901EC33386}"/>
          </ac:spMkLst>
        </pc:spChg>
      </pc:sldChg>
      <pc:sldChg chg="addSp delSp modSp new mod">
        <pc:chgData name="Angel Pérez Pérez" userId="601aed9219f2e6b2" providerId="LiveId" clId="{35F356E9-65F1-423A-BFC8-2E7D497E7EBB}" dt="2025-04-14T01:41:28.226" v="1315" actId="1076"/>
        <pc:sldMkLst>
          <pc:docMk/>
          <pc:sldMk cId="3078719978" sldId="270"/>
        </pc:sldMkLst>
        <pc:spChg chg="del">
          <ac:chgData name="Angel Pérez Pérez" userId="601aed9219f2e6b2" providerId="LiveId" clId="{35F356E9-65F1-423A-BFC8-2E7D497E7EBB}" dt="2025-04-13T00:32:59.478" v="566" actId="478"/>
          <ac:spMkLst>
            <pc:docMk/>
            <pc:sldMk cId="3078719978" sldId="270"/>
            <ac:spMk id="2" creationId="{15F1DC25-2C00-735D-7CF2-45B0EB831576}"/>
          </ac:spMkLst>
        </pc:spChg>
        <pc:spChg chg="add mod">
          <ac:chgData name="Angel Pérez Pérez" userId="601aed9219f2e6b2" providerId="LiveId" clId="{35F356E9-65F1-423A-BFC8-2E7D497E7EBB}" dt="2025-04-14T01:40:20.597" v="1313" actId="14100"/>
          <ac:spMkLst>
            <pc:docMk/>
            <pc:sldMk cId="3078719978" sldId="270"/>
            <ac:spMk id="3" creationId="{338A902C-90A1-BC22-926B-2C5A0BED4A7A}"/>
          </ac:spMkLst>
        </pc:spChg>
        <pc:spChg chg="del">
          <ac:chgData name="Angel Pérez Pérez" userId="601aed9219f2e6b2" providerId="LiveId" clId="{35F356E9-65F1-423A-BFC8-2E7D497E7EBB}" dt="2025-04-13T00:33:00.978" v="567" actId="478"/>
          <ac:spMkLst>
            <pc:docMk/>
            <pc:sldMk cId="3078719978" sldId="270"/>
            <ac:spMk id="3" creationId="{F21660A8-C518-4589-B404-0E97C7BA01EA}"/>
          </ac:spMkLst>
        </pc:spChg>
        <pc:spChg chg="add mod">
          <ac:chgData name="Angel Pérez Pérez" userId="601aed9219f2e6b2" providerId="LiveId" clId="{35F356E9-65F1-423A-BFC8-2E7D497E7EBB}" dt="2025-04-13T00:34:17.543" v="578" actId="1076"/>
          <ac:spMkLst>
            <pc:docMk/>
            <pc:sldMk cId="3078719978" sldId="270"/>
            <ac:spMk id="4" creationId="{D38FA776-E5D7-F940-9DE9-269F6885C89D}"/>
          </ac:spMkLst>
        </pc:spChg>
        <pc:spChg chg="add mod">
          <ac:chgData name="Angel Pérez Pérez" userId="601aed9219f2e6b2" providerId="LiveId" clId="{35F356E9-65F1-423A-BFC8-2E7D497E7EBB}" dt="2025-04-14T01:41:28.226" v="1315" actId="1076"/>
          <ac:spMkLst>
            <pc:docMk/>
            <pc:sldMk cId="3078719978" sldId="270"/>
            <ac:spMk id="7" creationId="{FA391FE3-A626-2439-76E9-41CA07DA3D85}"/>
          </ac:spMkLst>
        </pc:spChg>
        <pc:cxnChg chg="add mod">
          <ac:chgData name="Angel Pérez Pérez" userId="601aed9219f2e6b2" providerId="LiveId" clId="{35F356E9-65F1-423A-BFC8-2E7D497E7EBB}" dt="2025-04-13T00:34:29.048" v="588" actId="1035"/>
          <ac:cxnSpMkLst>
            <pc:docMk/>
            <pc:sldMk cId="3078719978" sldId="270"/>
            <ac:cxnSpMk id="5" creationId="{11D1BFC2-5DF6-65A0-30A3-D85299575BCE}"/>
          </ac:cxnSpMkLst>
        </pc:cxnChg>
      </pc:sldChg>
      <pc:sldChg chg="addSp delSp modSp new mod">
        <pc:chgData name="Angel Pérez Pérez" userId="601aed9219f2e6b2" providerId="LiveId" clId="{35F356E9-65F1-423A-BFC8-2E7D497E7EBB}" dt="2025-04-14T01:39:11.588" v="1309" actId="1076"/>
        <pc:sldMkLst>
          <pc:docMk/>
          <pc:sldMk cId="2679889191" sldId="271"/>
        </pc:sldMkLst>
        <pc:spChg chg="del">
          <ac:chgData name="Angel Pérez Pérez" userId="601aed9219f2e6b2" providerId="LiveId" clId="{35F356E9-65F1-423A-BFC8-2E7D497E7EBB}" dt="2025-04-13T23:40:50.083" v="590" actId="478"/>
          <ac:spMkLst>
            <pc:docMk/>
            <pc:sldMk cId="2679889191" sldId="271"/>
            <ac:spMk id="2" creationId="{7EE37630-72A7-854B-95B2-D3F8D97DE4A0}"/>
          </ac:spMkLst>
        </pc:spChg>
        <pc:spChg chg="del">
          <ac:chgData name="Angel Pérez Pérez" userId="601aed9219f2e6b2" providerId="LiveId" clId="{35F356E9-65F1-423A-BFC8-2E7D497E7EBB}" dt="2025-04-13T23:40:51.450" v="591" actId="478"/>
          <ac:spMkLst>
            <pc:docMk/>
            <pc:sldMk cId="2679889191" sldId="271"/>
            <ac:spMk id="3" creationId="{ECDE8296-0598-4AD2-9099-2A5EC90AEC71}"/>
          </ac:spMkLst>
        </pc:spChg>
        <pc:spChg chg="add mod">
          <ac:chgData name="Angel Pérez Pérez" userId="601aed9219f2e6b2" providerId="LiveId" clId="{35F356E9-65F1-423A-BFC8-2E7D497E7EBB}" dt="2025-04-14T01:38:51.164" v="1303" actId="1076"/>
          <ac:spMkLst>
            <pc:docMk/>
            <pc:sldMk cId="2679889191" sldId="271"/>
            <ac:spMk id="5" creationId="{BEDBC3B7-4C9C-A2C5-D769-91BB93219E6C}"/>
          </ac:spMkLst>
        </pc:spChg>
        <pc:spChg chg="add mod">
          <ac:chgData name="Angel Pérez Pérez" userId="601aed9219f2e6b2" providerId="LiveId" clId="{35F356E9-65F1-423A-BFC8-2E7D497E7EBB}" dt="2025-04-14T01:39:11.588" v="1309" actId="1076"/>
          <ac:spMkLst>
            <pc:docMk/>
            <pc:sldMk cId="2679889191" sldId="271"/>
            <ac:spMk id="6" creationId="{764C998E-E6F1-2725-A869-F1B7FCAB7E60}"/>
          </ac:spMkLst>
        </pc:spChg>
      </pc:sldChg>
      <pc:sldChg chg="addSp delSp modSp new mod">
        <pc:chgData name="Angel Pérez Pérez" userId="601aed9219f2e6b2" providerId="LiveId" clId="{35F356E9-65F1-423A-BFC8-2E7D497E7EBB}" dt="2025-04-14T00:39:35.226" v="769" actId="1076"/>
        <pc:sldMkLst>
          <pc:docMk/>
          <pc:sldMk cId="2488083781" sldId="272"/>
        </pc:sldMkLst>
        <pc:spChg chg="del">
          <ac:chgData name="Angel Pérez Pérez" userId="601aed9219f2e6b2" providerId="LiveId" clId="{35F356E9-65F1-423A-BFC8-2E7D497E7EBB}" dt="2025-04-13T23:41:17.867" v="595" actId="478"/>
          <ac:spMkLst>
            <pc:docMk/>
            <pc:sldMk cId="2488083781" sldId="272"/>
            <ac:spMk id="2" creationId="{02305F6C-69EE-100F-3532-01F372C0F689}"/>
          </ac:spMkLst>
        </pc:spChg>
        <pc:spChg chg="del">
          <ac:chgData name="Angel Pérez Pérez" userId="601aed9219f2e6b2" providerId="LiveId" clId="{35F356E9-65F1-423A-BFC8-2E7D497E7EBB}" dt="2025-04-13T23:41:19.609" v="596" actId="478"/>
          <ac:spMkLst>
            <pc:docMk/>
            <pc:sldMk cId="2488083781" sldId="272"/>
            <ac:spMk id="3" creationId="{8DE83179-B7CB-7EE5-88F8-E1F05F66870D}"/>
          </ac:spMkLst>
        </pc:spChg>
        <pc:spChg chg="add mod">
          <ac:chgData name="Angel Pérez Pérez" userId="601aed9219f2e6b2" providerId="LiveId" clId="{35F356E9-65F1-423A-BFC8-2E7D497E7EBB}" dt="2025-04-14T00:04:53.123" v="662" actId="1076"/>
          <ac:spMkLst>
            <pc:docMk/>
            <pc:sldMk cId="2488083781" sldId="272"/>
            <ac:spMk id="4" creationId="{AF372241-4BF8-B612-AF51-4B36C6F1FB3D}"/>
          </ac:spMkLst>
        </pc:spChg>
        <pc:spChg chg="add mod">
          <ac:chgData name="Angel Pérez Pérez" userId="601aed9219f2e6b2" providerId="LiveId" clId="{35F356E9-65F1-423A-BFC8-2E7D497E7EBB}" dt="2025-04-14T00:04:47.814" v="661" actId="1038"/>
          <ac:spMkLst>
            <pc:docMk/>
            <pc:sldMk cId="2488083781" sldId="272"/>
            <ac:spMk id="5" creationId="{413F190E-19A4-21AE-490B-5A26168ED98B}"/>
          </ac:spMkLst>
        </pc:spChg>
        <pc:spChg chg="add mod">
          <ac:chgData name="Angel Pérez Pérez" userId="601aed9219f2e6b2" providerId="LiveId" clId="{35F356E9-65F1-423A-BFC8-2E7D497E7EBB}" dt="2025-04-14T00:04:47.814" v="661" actId="1038"/>
          <ac:spMkLst>
            <pc:docMk/>
            <pc:sldMk cId="2488083781" sldId="272"/>
            <ac:spMk id="6" creationId="{95D54251-CC12-9AB0-EE69-93D53DDCAAE3}"/>
          </ac:spMkLst>
        </pc:spChg>
        <pc:spChg chg="add mod">
          <ac:chgData name="Angel Pérez Pérez" userId="601aed9219f2e6b2" providerId="LiveId" clId="{35F356E9-65F1-423A-BFC8-2E7D497E7EBB}" dt="2025-04-14T00:04:47.814" v="661" actId="1038"/>
          <ac:spMkLst>
            <pc:docMk/>
            <pc:sldMk cId="2488083781" sldId="272"/>
            <ac:spMk id="7" creationId="{086A39E7-811D-854A-06C0-7B2B1D2B358A}"/>
          </ac:spMkLst>
        </pc:spChg>
        <pc:spChg chg="add mod">
          <ac:chgData name="Angel Pérez Pérez" userId="601aed9219f2e6b2" providerId="LiveId" clId="{35F356E9-65F1-423A-BFC8-2E7D497E7EBB}" dt="2025-04-14T00:04:47.814" v="661" actId="1038"/>
          <ac:spMkLst>
            <pc:docMk/>
            <pc:sldMk cId="2488083781" sldId="272"/>
            <ac:spMk id="8" creationId="{614BEA34-AAE0-A4AD-8693-9300916BC916}"/>
          </ac:spMkLst>
        </pc:spChg>
        <pc:spChg chg="del mod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9" creationId="{97D1AFC9-7D3A-036D-D9F0-DA597BC5CE24}"/>
          </ac:spMkLst>
        </pc:spChg>
        <pc:spChg chg="add del mod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0" creationId="{8393C8CC-6B58-B5DC-300A-223E4E5F581D}"/>
          </ac:spMkLst>
        </pc:spChg>
        <pc:spChg chg="del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1" creationId="{3FC2D87E-77FA-734D-B250-1C2E3BDDB733}"/>
          </ac:spMkLst>
        </pc:spChg>
        <pc:spChg chg="del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2" creationId="{3AA63F49-33FB-840A-3BB8-C18775800D5B}"/>
          </ac:spMkLst>
        </pc:spChg>
        <pc:spChg chg="add del mod">
          <ac:chgData name="Angel Pérez Pérez" userId="601aed9219f2e6b2" providerId="LiveId" clId="{35F356E9-65F1-423A-BFC8-2E7D497E7EBB}" dt="2025-04-13T23:43:39.987" v="609" actId="478"/>
          <ac:spMkLst>
            <pc:docMk/>
            <pc:sldMk cId="2488083781" sldId="272"/>
            <ac:spMk id="13" creationId="{758BC700-B582-C91E-E7B7-91588FD13462}"/>
          </ac:spMkLst>
        </pc:spChg>
        <pc:spChg chg="add del mod">
          <ac:chgData name="Angel Pérez Pérez" userId="601aed9219f2e6b2" providerId="LiveId" clId="{35F356E9-65F1-423A-BFC8-2E7D497E7EBB}" dt="2025-04-13T23:43:38.761" v="607" actId="478"/>
          <ac:spMkLst>
            <pc:docMk/>
            <pc:sldMk cId="2488083781" sldId="272"/>
            <ac:spMk id="14" creationId="{41151FE8-20B5-5A0D-D519-8DD058F19FE5}"/>
          </ac:spMkLst>
        </pc:spChg>
        <pc:spChg chg="add del mod">
          <ac:chgData name="Angel Pérez Pérez" userId="601aed9219f2e6b2" providerId="LiveId" clId="{35F356E9-65F1-423A-BFC8-2E7D497E7EBB}" dt="2025-04-13T23:43:43.242" v="612" actId="478"/>
          <ac:spMkLst>
            <pc:docMk/>
            <pc:sldMk cId="2488083781" sldId="272"/>
            <ac:spMk id="15" creationId="{93694739-268B-23E6-6AFD-9E41A378718D}"/>
          </ac:spMkLst>
        </pc:spChg>
        <pc:spChg chg="add del mod">
          <ac:chgData name="Angel Pérez Pérez" userId="601aed9219f2e6b2" providerId="LiveId" clId="{35F356E9-65F1-423A-BFC8-2E7D497E7EBB}" dt="2025-04-13T23:43:42.125" v="611" actId="478"/>
          <ac:spMkLst>
            <pc:docMk/>
            <pc:sldMk cId="2488083781" sldId="272"/>
            <ac:spMk id="16" creationId="{3FCF3932-433B-59FE-2011-B91612D9101C}"/>
          </ac:spMkLst>
        </pc:spChg>
        <pc:spChg chg="del mod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7" creationId="{8DB4EDE0-D92E-DB5E-4E3A-85DE776715B7}"/>
          </ac:spMkLst>
        </pc:spChg>
        <pc:spChg chg="del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8" creationId="{4D315307-A78C-AF07-99D3-F99CDA4E4C81}"/>
          </ac:spMkLst>
        </pc:spChg>
        <pc:spChg chg="add del mod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19" creationId="{7F53263A-EF41-B62D-9881-A9F80BF32A2B}"/>
          </ac:spMkLst>
        </pc:spChg>
        <pc:spChg chg="del">
          <ac:chgData name="Angel Pérez Pérez" userId="601aed9219f2e6b2" providerId="LiveId" clId="{35F356E9-65F1-423A-BFC8-2E7D497E7EBB}" dt="2025-04-14T00:03:51.573" v="622" actId="21"/>
          <ac:spMkLst>
            <pc:docMk/>
            <pc:sldMk cId="2488083781" sldId="272"/>
            <ac:spMk id="20" creationId="{66EC05CE-C6BC-4A7C-011F-708D633614D3}"/>
          </ac:spMkLst>
        </pc:spChg>
        <pc:spChg chg="add del">
          <ac:chgData name="Angel Pérez Pérez" userId="601aed9219f2e6b2" providerId="LiveId" clId="{35F356E9-65F1-423A-BFC8-2E7D497E7EBB}" dt="2025-04-14T00:33:23.947" v="667" actId="22"/>
          <ac:spMkLst>
            <pc:docMk/>
            <pc:sldMk cId="2488083781" sldId="272"/>
            <ac:spMk id="24" creationId="{F1EDBFF7-E6E2-0819-A1A6-B48033100B31}"/>
          </ac:spMkLst>
        </pc:spChg>
        <pc:spChg chg="add del">
          <ac:chgData name="Angel Pérez Pérez" userId="601aed9219f2e6b2" providerId="LiveId" clId="{35F356E9-65F1-423A-BFC8-2E7D497E7EBB}" dt="2025-04-14T00:33:56.277" v="672" actId="22"/>
          <ac:spMkLst>
            <pc:docMk/>
            <pc:sldMk cId="2488083781" sldId="272"/>
            <ac:spMk id="28" creationId="{6E9EA1EC-39C4-3BDC-A8F3-E39F1BE23D7C}"/>
          </ac:spMkLst>
        </pc:spChg>
        <pc:spChg chg="add mod">
          <ac:chgData name="Angel Pérez Pérez" userId="601aed9219f2e6b2" providerId="LiveId" clId="{35F356E9-65F1-423A-BFC8-2E7D497E7EBB}" dt="2025-04-14T00:36:55.280" v="756" actId="1076"/>
          <ac:spMkLst>
            <pc:docMk/>
            <pc:sldMk cId="2488083781" sldId="272"/>
            <ac:spMk id="31" creationId="{027890BA-0B3D-D346-F84D-6A87B64CE4CE}"/>
          </ac:spMkLst>
        </pc:spChg>
        <pc:spChg chg="add mod">
          <ac:chgData name="Angel Pérez Pérez" userId="601aed9219f2e6b2" providerId="LiveId" clId="{35F356E9-65F1-423A-BFC8-2E7D497E7EBB}" dt="2025-04-14T00:37:19.211" v="765" actId="1076"/>
          <ac:spMkLst>
            <pc:docMk/>
            <pc:sldMk cId="2488083781" sldId="272"/>
            <ac:spMk id="32" creationId="{AE92BACF-1876-E202-56D5-DD401B2C8208}"/>
          </ac:spMkLst>
        </pc:spChg>
        <pc:graphicFrameChg chg="add mod">
          <ac:chgData name="Angel Pérez Pérez" userId="601aed9219f2e6b2" providerId="LiveId" clId="{35F356E9-65F1-423A-BFC8-2E7D497E7EBB}" dt="2025-04-14T00:39:35.226" v="769" actId="1076"/>
          <ac:graphicFrameMkLst>
            <pc:docMk/>
            <pc:sldMk cId="2488083781" sldId="272"/>
            <ac:graphicFrameMk id="35" creationId="{E76F9E4E-CBFD-37ED-8A64-76A49EA79B35}"/>
          </ac:graphicFrameMkLst>
        </pc:graphicFrameChg>
        <pc:picChg chg="del">
          <ac:chgData name="Angel Pérez Pérez" userId="601aed9219f2e6b2" providerId="LiveId" clId="{35F356E9-65F1-423A-BFC8-2E7D497E7EBB}" dt="2025-04-13T23:43:39.370" v="608" actId="478"/>
          <ac:picMkLst>
            <pc:docMk/>
            <pc:sldMk cId="2488083781" sldId="272"/>
            <ac:picMk id="21" creationId="{CBB74DF6-3B85-7A50-C420-DBFC2F34DA36}"/>
          </ac:picMkLst>
        </pc:picChg>
        <pc:picChg chg="del">
          <ac:chgData name="Angel Pérez Pérez" userId="601aed9219f2e6b2" providerId="LiveId" clId="{35F356E9-65F1-423A-BFC8-2E7D497E7EBB}" dt="2025-04-14T00:03:35.824" v="618" actId="478"/>
          <ac:picMkLst>
            <pc:docMk/>
            <pc:sldMk cId="2488083781" sldId="272"/>
            <ac:picMk id="22" creationId="{029CB6F1-061E-B7E9-038E-6ED26FBE7192}"/>
          </ac:picMkLst>
        </pc:picChg>
        <pc:picChg chg="add mod">
          <ac:chgData name="Angel Pérez Pérez" userId="601aed9219f2e6b2" providerId="LiveId" clId="{35F356E9-65F1-423A-BFC8-2E7D497E7EBB}" dt="2025-04-14T00:37:02.640" v="760" actId="1076"/>
          <ac:picMkLst>
            <pc:docMk/>
            <pc:sldMk cId="2488083781" sldId="272"/>
            <ac:picMk id="26" creationId="{08751513-4531-6A59-4BBD-B6E1FA066D1D}"/>
          </ac:picMkLst>
        </pc:picChg>
        <pc:picChg chg="add mod">
          <ac:chgData name="Angel Pérez Pérez" userId="601aed9219f2e6b2" providerId="LiveId" clId="{35F356E9-65F1-423A-BFC8-2E7D497E7EBB}" dt="2025-04-14T00:37:06.539" v="762" actId="1076"/>
          <ac:picMkLst>
            <pc:docMk/>
            <pc:sldMk cId="2488083781" sldId="272"/>
            <ac:picMk id="30" creationId="{A072467E-6F28-0A6C-3E3A-7DCB1AEEAF4E}"/>
          </ac:picMkLst>
        </pc:picChg>
        <pc:cxnChg chg="add mod">
          <ac:chgData name="Angel Pérez Pérez" userId="601aed9219f2e6b2" providerId="LiveId" clId="{35F356E9-65F1-423A-BFC8-2E7D497E7EBB}" dt="2025-04-14T00:37:32.443" v="767" actId="1582"/>
          <ac:cxnSpMkLst>
            <pc:docMk/>
            <pc:sldMk cId="2488083781" sldId="272"/>
            <ac:cxnSpMk id="34" creationId="{BB9C14A9-CECB-2416-4A82-646FD2DB3641}"/>
          </ac:cxnSpMkLst>
        </pc:cxnChg>
      </pc:sldChg>
      <pc:sldChg chg="addSp delSp modSp new mod">
        <pc:chgData name="Angel Pérez Pérez" userId="601aed9219f2e6b2" providerId="LiveId" clId="{35F356E9-65F1-423A-BFC8-2E7D497E7EBB}" dt="2025-04-14T01:13:13.406" v="1171" actId="20577"/>
        <pc:sldMkLst>
          <pc:docMk/>
          <pc:sldMk cId="1782146511" sldId="273"/>
        </pc:sldMkLst>
        <pc:spChg chg="del">
          <ac:chgData name="Angel Pérez Pérez" userId="601aed9219f2e6b2" providerId="LiveId" clId="{35F356E9-65F1-423A-BFC8-2E7D497E7EBB}" dt="2025-04-14T00:03:43.139" v="620" actId="478"/>
          <ac:spMkLst>
            <pc:docMk/>
            <pc:sldMk cId="1782146511" sldId="273"/>
            <ac:spMk id="2" creationId="{CBBF3C0F-2126-2EDD-5CDA-150F14AA4663}"/>
          </ac:spMkLst>
        </pc:spChg>
        <pc:spChg chg="del">
          <ac:chgData name="Angel Pérez Pérez" userId="601aed9219f2e6b2" providerId="LiveId" clId="{35F356E9-65F1-423A-BFC8-2E7D497E7EBB}" dt="2025-04-14T00:03:44.448" v="621" actId="478"/>
          <ac:spMkLst>
            <pc:docMk/>
            <pc:sldMk cId="1782146511" sldId="273"/>
            <ac:spMk id="3" creationId="{2E7D1708-6486-4EFD-F728-3EBB940FA725}"/>
          </ac:spMkLst>
        </pc:spChg>
        <pc:spChg chg="add mod">
          <ac:chgData name="Angel Pérez Pérez" userId="601aed9219f2e6b2" providerId="LiveId" clId="{35F356E9-65F1-423A-BFC8-2E7D497E7EBB}" dt="2025-04-14T00:04:56.223" v="663"/>
          <ac:spMkLst>
            <pc:docMk/>
            <pc:sldMk cId="1782146511" sldId="273"/>
            <ac:spMk id="4" creationId="{26437226-8FE6-F641-59D9-D3B29188A70F}"/>
          </ac:spMkLst>
        </pc:spChg>
        <pc:spChg chg="add del">
          <ac:chgData name="Angel Pérez Pérez" userId="601aed9219f2e6b2" providerId="LiveId" clId="{35F356E9-65F1-423A-BFC8-2E7D497E7EBB}" dt="2025-04-14T00:41:02.936" v="771" actId="478"/>
          <ac:spMkLst>
            <pc:docMk/>
            <pc:sldMk cId="1782146511" sldId="273"/>
            <ac:spMk id="6" creationId="{AD0CD8F5-D8CD-B4A8-8154-6ADE0A2C82D1}"/>
          </ac:spMkLst>
        </pc:spChg>
        <pc:spChg chg="add mod">
          <ac:chgData name="Angel Pérez Pérez" userId="601aed9219f2e6b2" providerId="LiveId" clId="{35F356E9-65F1-423A-BFC8-2E7D497E7EBB}" dt="2025-04-14T00:04:00.787" v="624" actId="1076"/>
          <ac:spMkLst>
            <pc:docMk/>
            <pc:sldMk cId="1782146511" sldId="273"/>
            <ac:spMk id="9" creationId="{97D1AFC9-7D3A-036D-D9F0-DA597BC5CE24}"/>
          </ac:spMkLst>
        </pc:spChg>
        <pc:spChg chg="add mod">
          <ac:chgData name="Angel Pérez Pérez" userId="601aed9219f2e6b2" providerId="LiveId" clId="{35F356E9-65F1-423A-BFC8-2E7D497E7EBB}" dt="2025-04-14T00:04:00.787" v="624" actId="1076"/>
          <ac:spMkLst>
            <pc:docMk/>
            <pc:sldMk cId="1782146511" sldId="273"/>
            <ac:spMk id="10" creationId="{8393C8CC-6B58-B5DC-300A-223E4E5F581D}"/>
          </ac:spMkLst>
        </pc:spChg>
        <pc:spChg chg="add mod">
          <ac:chgData name="Angel Pérez Pérez" userId="601aed9219f2e6b2" providerId="LiveId" clId="{35F356E9-65F1-423A-BFC8-2E7D497E7EBB}" dt="2025-04-14T00:04:00.787" v="624" actId="1076"/>
          <ac:spMkLst>
            <pc:docMk/>
            <pc:sldMk cId="1782146511" sldId="273"/>
            <ac:spMk id="11" creationId="{3FC2D87E-77FA-734D-B250-1C2E3BDDB733}"/>
          </ac:spMkLst>
        </pc:spChg>
        <pc:spChg chg="add mod">
          <ac:chgData name="Angel Pérez Pérez" userId="601aed9219f2e6b2" providerId="LiveId" clId="{35F356E9-65F1-423A-BFC8-2E7D497E7EBB}" dt="2025-04-14T00:04:00.787" v="624" actId="1076"/>
          <ac:spMkLst>
            <pc:docMk/>
            <pc:sldMk cId="1782146511" sldId="273"/>
            <ac:spMk id="12" creationId="{3AA63F49-33FB-840A-3BB8-C18775800D5B}"/>
          </ac:spMkLst>
        </pc:spChg>
        <pc:spChg chg="add del mod">
          <ac:chgData name="Angel Pérez Pérez" userId="601aed9219f2e6b2" providerId="LiveId" clId="{35F356E9-65F1-423A-BFC8-2E7D497E7EBB}" dt="2025-04-14T00:04:05.718" v="625" actId="21"/>
          <ac:spMkLst>
            <pc:docMk/>
            <pc:sldMk cId="1782146511" sldId="273"/>
            <ac:spMk id="17" creationId="{8DB4EDE0-D92E-DB5E-4E3A-85DE776715B7}"/>
          </ac:spMkLst>
        </pc:spChg>
        <pc:spChg chg="add del mod">
          <ac:chgData name="Angel Pérez Pérez" userId="601aed9219f2e6b2" providerId="LiveId" clId="{35F356E9-65F1-423A-BFC8-2E7D497E7EBB}" dt="2025-04-14T00:04:05.718" v="625" actId="21"/>
          <ac:spMkLst>
            <pc:docMk/>
            <pc:sldMk cId="1782146511" sldId="273"/>
            <ac:spMk id="18" creationId="{4D315307-A78C-AF07-99D3-F99CDA4E4C81}"/>
          </ac:spMkLst>
        </pc:spChg>
        <pc:spChg chg="add del mod">
          <ac:chgData name="Angel Pérez Pérez" userId="601aed9219f2e6b2" providerId="LiveId" clId="{35F356E9-65F1-423A-BFC8-2E7D497E7EBB}" dt="2025-04-14T00:04:05.718" v="625" actId="21"/>
          <ac:spMkLst>
            <pc:docMk/>
            <pc:sldMk cId="1782146511" sldId="273"/>
            <ac:spMk id="19" creationId="{7F53263A-EF41-B62D-9881-A9F80BF32A2B}"/>
          </ac:spMkLst>
        </pc:spChg>
        <pc:spChg chg="add del mod">
          <ac:chgData name="Angel Pérez Pérez" userId="601aed9219f2e6b2" providerId="LiveId" clId="{35F356E9-65F1-423A-BFC8-2E7D497E7EBB}" dt="2025-04-14T00:04:05.718" v="625" actId="21"/>
          <ac:spMkLst>
            <pc:docMk/>
            <pc:sldMk cId="1782146511" sldId="273"/>
            <ac:spMk id="20" creationId="{66EC05CE-C6BC-4A7C-011F-708D633614D3}"/>
          </ac:spMkLst>
        </pc:spChg>
        <pc:graphicFrameChg chg="add mod modGraphic">
          <ac:chgData name="Angel Pérez Pérez" userId="601aed9219f2e6b2" providerId="LiveId" clId="{35F356E9-65F1-423A-BFC8-2E7D497E7EBB}" dt="2025-04-14T01:12:38.540" v="1136" actId="1076"/>
          <ac:graphicFrameMkLst>
            <pc:docMk/>
            <pc:sldMk cId="1782146511" sldId="273"/>
            <ac:graphicFrameMk id="13" creationId="{F83BB70C-AFFA-5D5B-2B08-42D40D0251CC}"/>
          </ac:graphicFrameMkLst>
        </pc:graphicFrameChg>
        <pc:graphicFrameChg chg="add mod modGraphic">
          <ac:chgData name="Angel Pérez Pérez" userId="601aed9219f2e6b2" providerId="LiveId" clId="{35F356E9-65F1-423A-BFC8-2E7D497E7EBB}" dt="2025-04-14T01:13:13.406" v="1171" actId="20577"/>
          <ac:graphicFrameMkLst>
            <pc:docMk/>
            <pc:sldMk cId="1782146511" sldId="273"/>
            <ac:graphicFrameMk id="16" creationId="{1AC94D7E-7B61-4C80-5C1E-97AA2D0BD764}"/>
          </ac:graphicFrameMkLst>
        </pc:graphicFrameChg>
        <pc:graphicFrameChg chg="add mod modGraphic">
          <ac:chgData name="Angel Pérez Pérez" userId="601aed9219f2e6b2" providerId="LiveId" clId="{35F356E9-65F1-423A-BFC8-2E7D497E7EBB}" dt="2025-04-14T01:13:00.400" v="1151" actId="6549"/>
          <ac:graphicFrameMkLst>
            <pc:docMk/>
            <pc:sldMk cId="1782146511" sldId="273"/>
            <ac:graphicFrameMk id="21" creationId="{1EB9B085-3C17-F1C3-6CC6-B43B4624BA1E}"/>
          </ac:graphicFrameMkLst>
        </pc:graphicFrameChg>
        <pc:picChg chg="add mod">
          <ac:chgData name="Angel Pérez Pérez" userId="601aed9219f2e6b2" providerId="LiveId" clId="{35F356E9-65F1-423A-BFC8-2E7D497E7EBB}" dt="2025-04-14T00:41:10.653" v="774" actId="1076"/>
          <ac:picMkLst>
            <pc:docMk/>
            <pc:sldMk cId="1782146511" sldId="273"/>
            <ac:picMk id="8" creationId="{D083A30E-8F62-CCC5-CAB1-17367F0B39FD}"/>
          </ac:picMkLst>
        </pc:picChg>
        <pc:picChg chg="add del mod">
          <ac:chgData name="Angel Pérez Pérez" userId="601aed9219f2e6b2" providerId="LiveId" clId="{35F356E9-65F1-423A-BFC8-2E7D497E7EBB}" dt="2025-04-14T00:42:24.897" v="786" actId="21"/>
          <ac:picMkLst>
            <pc:docMk/>
            <pc:sldMk cId="1782146511" sldId="273"/>
            <ac:picMk id="15" creationId="{5EF3E50C-AFCA-48A1-5488-14A054840371}"/>
          </ac:picMkLst>
        </pc:picChg>
      </pc:sldChg>
      <pc:sldChg chg="addSp delSp modSp new mod">
        <pc:chgData name="Angel Pérez Pérez" userId="601aed9219f2e6b2" providerId="LiveId" clId="{35F356E9-65F1-423A-BFC8-2E7D497E7EBB}" dt="2025-04-14T01:24:50.214" v="1300" actId="1076"/>
        <pc:sldMkLst>
          <pc:docMk/>
          <pc:sldMk cId="540134500" sldId="274"/>
        </pc:sldMkLst>
        <pc:spChg chg="del">
          <ac:chgData name="Angel Pérez Pérez" userId="601aed9219f2e6b2" providerId="LiveId" clId="{35F356E9-65F1-423A-BFC8-2E7D497E7EBB}" dt="2025-04-14T00:04:14.882" v="627" actId="478"/>
          <ac:spMkLst>
            <pc:docMk/>
            <pc:sldMk cId="540134500" sldId="274"/>
            <ac:spMk id="2" creationId="{4DDB9F15-F2F8-E65F-744D-66CEB88A7248}"/>
          </ac:spMkLst>
        </pc:spChg>
        <pc:spChg chg="del">
          <ac:chgData name="Angel Pérez Pérez" userId="601aed9219f2e6b2" providerId="LiveId" clId="{35F356E9-65F1-423A-BFC8-2E7D497E7EBB}" dt="2025-04-14T00:04:16.383" v="628" actId="478"/>
          <ac:spMkLst>
            <pc:docMk/>
            <pc:sldMk cId="540134500" sldId="274"/>
            <ac:spMk id="3" creationId="{D722ACE4-7D89-E317-B385-1890A08354BA}"/>
          </ac:spMkLst>
        </pc:spChg>
        <pc:spChg chg="add mod">
          <ac:chgData name="Angel Pérez Pérez" userId="601aed9219f2e6b2" providerId="LiveId" clId="{35F356E9-65F1-423A-BFC8-2E7D497E7EBB}" dt="2025-04-14T00:04:59.151" v="664"/>
          <ac:spMkLst>
            <pc:docMk/>
            <pc:sldMk cId="540134500" sldId="274"/>
            <ac:spMk id="4" creationId="{56FB4BDE-6340-C920-2CF6-A2791AC579C3}"/>
          </ac:spMkLst>
        </pc:spChg>
        <pc:spChg chg="add del">
          <ac:chgData name="Angel Pérez Pérez" userId="601aed9219f2e6b2" providerId="LiveId" clId="{35F356E9-65F1-423A-BFC8-2E7D497E7EBB}" dt="2025-04-14T01:14:08.112" v="1174" actId="478"/>
          <ac:spMkLst>
            <pc:docMk/>
            <pc:sldMk cId="540134500" sldId="274"/>
            <ac:spMk id="6" creationId="{4626E6F7-6BCA-6129-370C-757F3486C781}"/>
          </ac:spMkLst>
        </pc:spChg>
        <pc:spChg chg="add mod">
          <ac:chgData name="Angel Pérez Pérez" userId="601aed9219f2e6b2" providerId="LiveId" clId="{35F356E9-65F1-423A-BFC8-2E7D497E7EBB}" dt="2025-04-14T00:05:04.297" v="665" actId="1076"/>
          <ac:spMkLst>
            <pc:docMk/>
            <pc:sldMk cId="540134500" sldId="274"/>
            <ac:spMk id="17" creationId="{8DB4EDE0-D92E-DB5E-4E3A-85DE776715B7}"/>
          </ac:spMkLst>
        </pc:spChg>
        <pc:spChg chg="add mod">
          <ac:chgData name="Angel Pérez Pérez" userId="601aed9219f2e6b2" providerId="LiveId" clId="{35F356E9-65F1-423A-BFC8-2E7D497E7EBB}" dt="2025-04-14T00:05:04.297" v="665" actId="1076"/>
          <ac:spMkLst>
            <pc:docMk/>
            <pc:sldMk cId="540134500" sldId="274"/>
            <ac:spMk id="18" creationId="{4D315307-A78C-AF07-99D3-F99CDA4E4C81}"/>
          </ac:spMkLst>
        </pc:spChg>
        <pc:spChg chg="add mod">
          <ac:chgData name="Angel Pérez Pérez" userId="601aed9219f2e6b2" providerId="LiveId" clId="{35F356E9-65F1-423A-BFC8-2E7D497E7EBB}" dt="2025-04-14T00:05:04.297" v="665" actId="1076"/>
          <ac:spMkLst>
            <pc:docMk/>
            <pc:sldMk cId="540134500" sldId="274"/>
            <ac:spMk id="19" creationId="{7F53263A-EF41-B62D-9881-A9F80BF32A2B}"/>
          </ac:spMkLst>
        </pc:spChg>
        <pc:spChg chg="add mod">
          <ac:chgData name="Angel Pérez Pérez" userId="601aed9219f2e6b2" providerId="LiveId" clId="{35F356E9-65F1-423A-BFC8-2E7D497E7EBB}" dt="2025-04-14T00:05:04.297" v="665" actId="1076"/>
          <ac:spMkLst>
            <pc:docMk/>
            <pc:sldMk cId="540134500" sldId="274"/>
            <ac:spMk id="20" creationId="{66EC05CE-C6BC-4A7C-011F-708D633614D3}"/>
          </ac:spMkLst>
        </pc:spChg>
        <pc:spChg chg="add">
          <ac:chgData name="Angel Pérez Pérez" userId="601aed9219f2e6b2" providerId="LiveId" clId="{35F356E9-65F1-423A-BFC8-2E7D497E7EBB}" dt="2025-04-14T01:16:38.420" v="1195" actId="22"/>
          <ac:spMkLst>
            <pc:docMk/>
            <pc:sldMk cId="540134500" sldId="274"/>
            <ac:spMk id="26" creationId="{D23B8E92-2938-2B13-6F7F-E43E2008DE24}"/>
          </ac:spMkLst>
        </pc:spChg>
        <pc:spChg chg="add mod">
          <ac:chgData name="Angel Pérez Pérez" userId="601aed9219f2e6b2" providerId="LiveId" clId="{35F356E9-65F1-423A-BFC8-2E7D497E7EBB}" dt="2025-04-14T01:24:40.507" v="1297" actId="1076"/>
          <ac:spMkLst>
            <pc:docMk/>
            <pc:sldMk cId="540134500" sldId="274"/>
            <ac:spMk id="29" creationId="{63CF4862-10B4-7369-57CC-B3DD8F80CD61}"/>
          </ac:spMkLst>
        </pc:spChg>
        <pc:spChg chg="add mod">
          <ac:chgData name="Angel Pérez Pérez" userId="601aed9219f2e6b2" providerId="LiveId" clId="{35F356E9-65F1-423A-BFC8-2E7D497E7EBB}" dt="2025-04-14T01:24:47.148" v="1299" actId="1076"/>
          <ac:spMkLst>
            <pc:docMk/>
            <pc:sldMk cId="540134500" sldId="274"/>
            <ac:spMk id="30" creationId="{5E6357D7-BF14-53D9-0E71-E76210B1A18D}"/>
          </ac:spMkLst>
        </pc:sp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1" creationId="{C8634CCA-CEE0-AC3F-EA59-07420967AC66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2" creationId="{26E86308-830C-4359-4ABA-73EF2DAA348C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3" creationId="{F3E38298-80D8-5893-0D75-8E002E34E428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4" creationId="{8BDFFDB0-CCFA-F934-AFD1-B259AF54D243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5" creationId="{04B90C55-DD55-6EA1-69AB-3E242B92BB4A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16" creationId="{697E5B06-E15A-1FB6-4C67-1497E00A55B8}"/>
          </ac:graphicFrameMkLst>
        </pc:graphicFrameChg>
        <pc:graphicFrameChg chg="add mod">
          <ac:chgData name="Angel Pérez Pérez" userId="601aed9219f2e6b2" providerId="LiveId" clId="{35F356E9-65F1-423A-BFC8-2E7D497E7EBB}" dt="2025-04-14T01:15:30.342" v="1181"/>
          <ac:graphicFrameMkLst>
            <pc:docMk/>
            <pc:sldMk cId="540134500" sldId="274"/>
            <ac:graphicFrameMk id="21" creationId="{AC05E715-585E-E43B-103F-6337AC3CC889}"/>
          </ac:graphicFrameMkLst>
        </pc:graphicFrameChg>
        <pc:graphicFrameChg chg="add mod modGraphic">
          <ac:chgData name="Angel Pérez Pérez" userId="601aed9219f2e6b2" providerId="LiveId" clId="{35F356E9-65F1-423A-BFC8-2E7D497E7EBB}" dt="2025-04-14T01:17:50.506" v="1211" actId="14100"/>
          <ac:graphicFrameMkLst>
            <pc:docMk/>
            <pc:sldMk cId="540134500" sldId="274"/>
            <ac:graphicFrameMk id="22" creationId="{2AE1C040-7989-7145-2C63-B98270A2A533}"/>
          </ac:graphicFrameMkLst>
        </pc:graphicFrameChg>
        <pc:graphicFrameChg chg="add mod modGraphic">
          <ac:chgData name="Angel Pérez Pérez" userId="601aed9219f2e6b2" providerId="LiveId" clId="{35F356E9-65F1-423A-BFC8-2E7D497E7EBB}" dt="2025-04-14T01:16:25.284" v="1191" actId="14100"/>
          <ac:graphicFrameMkLst>
            <pc:docMk/>
            <pc:sldMk cId="540134500" sldId="274"/>
            <ac:graphicFrameMk id="23" creationId="{6F9641C8-040A-39AA-FB53-FFF642E6B1C8}"/>
          </ac:graphicFrameMkLst>
        </pc:graphicFrameChg>
        <pc:graphicFrameChg chg="add mod modGraphic">
          <ac:chgData name="Angel Pérez Pérez" userId="601aed9219f2e6b2" providerId="LiveId" clId="{35F356E9-65F1-423A-BFC8-2E7D497E7EBB}" dt="2025-04-14T01:24:50.214" v="1300" actId="1076"/>
          <ac:graphicFrameMkLst>
            <pc:docMk/>
            <pc:sldMk cId="540134500" sldId="274"/>
            <ac:graphicFrameMk id="24" creationId="{65D2494A-8D0F-5CD4-594C-A39F0CCAF7FA}"/>
          </ac:graphicFrameMkLst>
        </pc:graphicFrameChg>
        <pc:picChg chg="add mod">
          <ac:chgData name="Angel Pérez Pérez" userId="601aed9219f2e6b2" providerId="LiveId" clId="{35F356E9-65F1-423A-BFC8-2E7D497E7EBB}" dt="2025-04-14T01:24:38.314" v="1296" actId="1076"/>
          <ac:picMkLst>
            <pc:docMk/>
            <pc:sldMk cId="540134500" sldId="274"/>
            <ac:picMk id="8" creationId="{770AF4F6-3B7B-9BAD-0B0F-F6D13AB698EC}"/>
          </ac:picMkLst>
        </pc:picChg>
        <pc:picChg chg="add del mod">
          <ac:chgData name="Angel Pérez Pérez" userId="601aed9219f2e6b2" providerId="LiveId" clId="{35F356E9-65F1-423A-BFC8-2E7D497E7EBB}" dt="2025-04-14T01:17:52.364" v="1212" actId="478"/>
          <ac:picMkLst>
            <pc:docMk/>
            <pc:sldMk cId="540134500" sldId="274"/>
            <ac:picMk id="10" creationId="{EA2C3CDC-4817-2C96-A6A6-308ABC52A676}"/>
          </ac:picMkLst>
        </pc:picChg>
        <pc:picChg chg="add mod">
          <ac:chgData name="Angel Pérez Pérez" userId="601aed9219f2e6b2" providerId="LiveId" clId="{35F356E9-65F1-423A-BFC8-2E7D497E7EBB}" dt="2025-04-14T01:24:42.653" v="1298" actId="1076"/>
          <ac:picMkLst>
            <pc:docMk/>
            <pc:sldMk cId="540134500" sldId="274"/>
            <ac:picMk id="28" creationId="{3BBB628B-6226-B5D9-D135-BF2C50137571}"/>
          </ac:picMkLst>
        </pc:picChg>
      </pc:sldChg>
      <pc:sldChg chg="addSp delSp modSp new mod">
        <pc:chgData name="Angel Pérez Pérez" userId="601aed9219f2e6b2" providerId="LiveId" clId="{35F356E9-65F1-423A-BFC8-2E7D497E7EBB}" dt="2025-04-14T01:24:04.698" v="1290" actId="208"/>
        <pc:sldMkLst>
          <pc:docMk/>
          <pc:sldMk cId="3612653139" sldId="275"/>
        </pc:sldMkLst>
        <pc:spChg chg="del">
          <ac:chgData name="Angel Pérez Pérez" userId="601aed9219f2e6b2" providerId="LiveId" clId="{35F356E9-65F1-423A-BFC8-2E7D497E7EBB}" dt="2025-04-14T01:20:04.952" v="1286" actId="478"/>
          <ac:spMkLst>
            <pc:docMk/>
            <pc:sldMk cId="3612653139" sldId="275"/>
            <ac:spMk id="2" creationId="{1107CC4D-444D-24D3-C774-DE4697D6A725}"/>
          </ac:spMkLst>
        </pc:spChg>
        <pc:spChg chg="del">
          <ac:chgData name="Angel Pérez Pérez" userId="601aed9219f2e6b2" providerId="LiveId" clId="{35F356E9-65F1-423A-BFC8-2E7D497E7EBB}" dt="2025-04-14T01:20:05.967" v="1287" actId="478"/>
          <ac:spMkLst>
            <pc:docMk/>
            <pc:sldMk cId="3612653139" sldId="275"/>
            <ac:spMk id="3" creationId="{16627356-6F3A-8D73-7429-0D8C438CE5E7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6" creationId="{2E0750EE-286D-C689-0678-F64E80921FAC}"/>
          </ac:spMkLst>
        </pc:spChg>
        <pc:spChg chg="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11" creationId="{35F368DA-2BAC-5379-0F65-B0236BC3B1EF}"/>
          </ac:spMkLst>
        </pc:spChg>
        <pc:spChg chg="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13" creationId="{31F2B115-ACB6-9FF5-A501-EC83B9014760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16" creationId="{EFE93496-D095-297C-A7D7-90ABA5642B5E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17" creationId="{262E136E-C65B-274E-ADD1-63F248A7387A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18" creationId="{A7A1A189-D18A-DFA1-80DE-B5F1C535EE7F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21" creationId="{C616044A-91C7-F8DB-FB25-F78AD0F29923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26" creationId="{77DC9413-2915-17FA-B036-0A8436A34542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29" creationId="{99A06BE2-DD71-A854-D07E-D7BF48331A55}"/>
          </ac:spMkLst>
        </pc:spChg>
        <pc:spChg chg="add mod">
          <ac:chgData name="Angel Pérez Pérez" userId="601aed9219f2e6b2" providerId="LiveId" clId="{35F356E9-65F1-423A-BFC8-2E7D497E7EBB}" dt="2025-04-14T01:24:04.698" v="1290" actId="208"/>
          <ac:spMkLst>
            <pc:docMk/>
            <pc:sldMk cId="3612653139" sldId="275"/>
            <ac:spMk id="31" creationId="{4C4B5830-05D8-BE75-F030-9B39056B809E}"/>
          </ac:spMkLst>
        </pc:spChg>
      </pc:sldChg>
      <pc:sldChg chg="addSp delSp modSp new del mod">
        <pc:chgData name="Angel Pérez Pérez" userId="601aed9219f2e6b2" providerId="LiveId" clId="{35F356E9-65F1-423A-BFC8-2E7D497E7EBB}" dt="2025-04-14T01:13:21.548" v="1172" actId="47"/>
        <pc:sldMkLst>
          <pc:docMk/>
          <pc:sldMk cId="4279572530" sldId="275"/>
        </pc:sldMkLst>
        <pc:spChg chg="del">
          <ac:chgData name="Angel Pérez Pérez" userId="601aed9219f2e6b2" providerId="LiveId" clId="{35F356E9-65F1-423A-BFC8-2E7D497E7EBB}" dt="2025-04-14T00:42:20.586" v="784" actId="478"/>
          <ac:spMkLst>
            <pc:docMk/>
            <pc:sldMk cId="4279572530" sldId="275"/>
            <ac:spMk id="2" creationId="{55998007-C82A-149D-EC2B-DF945534176F}"/>
          </ac:spMkLst>
        </pc:spChg>
        <pc:spChg chg="del">
          <ac:chgData name="Angel Pérez Pérez" userId="601aed9219f2e6b2" providerId="LiveId" clId="{35F356E9-65F1-423A-BFC8-2E7D497E7EBB}" dt="2025-04-14T00:42:21.619" v="785" actId="478"/>
          <ac:spMkLst>
            <pc:docMk/>
            <pc:sldMk cId="4279572530" sldId="275"/>
            <ac:spMk id="3" creationId="{C2CB44B0-BD59-9FBE-35B0-2E1858FD5B3D}"/>
          </ac:spMkLst>
        </pc:spChg>
        <pc:picChg chg="add del mod">
          <ac:chgData name="Angel Pérez Pérez" userId="601aed9219f2e6b2" providerId="LiveId" clId="{35F356E9-65F1-423A-BFC8-2E7D497E7EBB}" dt="2025-04-14T01:12:16.254" v="1131" actId="21"/>
          <ac:picMkLst>
            <pc:docMk/>
            <pc:sldMk cId="4279572530" sldId="275"/>
            <ac:picMk id="15" creationId="{5EF3E50C-AFCA-48A1-5488-14A054840371}"/>
          </ac:picMkLst>
        </pc:picChg>
      </pc:sldChg>
      <pc:sldChg chg="addSp delSp modSp new mod">
        <pc:chgData name="Angel Pérez Pérez" userId="601aed9219f2e6b2" providerId="LiveId" clId="{35F356E9-65F1-423A-BFC8-2E7D497E7EBB}" dt="2025-04-14T01:24:23.497" v="1295" actId="208"/>
        <pc:sldMkLst>
          <pc:docMk/>
          <pc:sldMk cId="2172329520" sldId="276"/>
        </pc:sldMkLst>
        <pc:spChg chg="del">
          <ac:chgData name="Angel Pérez Pérez" userId="601aed9219f2e6b2" providerId="LiveId" clId="{35F356E9-65F1-423A-BFC8-2E7D497E7EBB}" dt="2025-04-14T01:24:15.333" v="1292" actId="478"/>
          <ac:spMkLst>
            <pc:docMk/>
            <pc:sldMk cId="2172329520" sldId="276"/>
            <ac:spMk id="2" creationId="{92C9B7EF-759A-242D-1C76-0B81FA678603}"/>
          </ac:spMkLst>
        </pc:spChg>
        <pc:spChg chg="del">
          <ac:chgData name="Angel Pérez Pérez" userId="601aed9219f2e6b2" providerId="LiveId" clId="{35F356E9-65F1-423A-BFC8-2E7D497E7EBB}" dt="2025-04-14T01:24:16.936" v="1293" actId="478"/>
          <ac:spMkLst>
            <pc:docMk/>
            <pc:sldMk cId="2172329520" sldId="276"/>
            <ac:spMk id="3" creationId="{7FE8E95A-EFCE-DABE-A8E0-8E01438A6D80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6" creationId="{57511723-596A-4F72-8ABB-F8CD864386CE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7" creationId="{56C1A7A8-8E82-DA59-7454-37C43D8CE2C5}"/>
          </ac:spMkLst>
        </pc:spChg>
        <pc:spChg chg="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14" creationId="{E57214DB-5D1C-0ABA-D51C-85294B38B2FF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17" creationId="{0E17BFCA-0DAA-7446-74D5-E2B0A72B5AF6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18" creationId="{0C91F4AD-C0CA-EF17-7439-DC1C7EB5FBE4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20" creationId="{E98B909F-EB11-CA7B-1FB8-444C48CBD89D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24" creationId="{400D211B-6395-987F-E32D-E375C3D76517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25" creationId="{8B4B668B-1AFE-6592-98BB-4321D296A7CF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29" creationId="{1169B337-61A3-138D-0978-EEB6E1CC160D}"/>
          </ac:spMkLst>
        </pc:spChg>
        <pc:spChg chg="add mod">
          <ac:chgData name="Angel Pérez Pérez" userId="601aed9219f2e6b2" providerId="LiveId" clId="{35F356E9-65F1-423A-BFC8-2E7D497E7EBB}" dt="2025-04-14T01:24:23.497" v="1295" actId="208"/>
          <ac:spMkLst>
            <pc:docMk/>
            <pc:sldMk cId="2172329520" sldId="276"/>
            <ac:spMk id="30" creationId="{099D9CF5-5C62-05F0-D99F-1A382FC08E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ABFF4-FA4D-4E82-BF09-95C774307C1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92E44-28A3-4F2A-8EFA-DBEFB7343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2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23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36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19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08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8454-3743-0008-3711-A0D334F9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A3F6D-E215-BE33-86E7-5996221ED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754C9-A215-4540-50E0-0615972A6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8B8F0-826F-4E4F-8D57-7F471BB4B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34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78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46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5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84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64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57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uso un modelo supervisado </a:t>
            </a:r>
            <a:r>
              <a:rPr lang="es-ES" dirty="0" err="1"/>
              <a:t>XGBoost</a:t>
            </a:r>
            <a:r>
              <a:rPr lang="es-ES" dirty="0"/>
              <a:t>, no sobre los puntos crudos, sino sobre cinco descriptores globales de cada nube. Primero genero </a:t>
            </a:r>
            <a:r>
              <a:rPr lang="es-ES" dirty="0" err="1"/>
              <a:t>pseudo-etiquetas</a:t>
            </a:r>
            <a:r>
              <a:rPr lang="es-ES" dirty="0"/>
              <a:t> roca/no-roca con K-</a:t>
            </a:r>
            <a:r>
              <a:rPr lang="es-ES" dirty="0" err="1"/>
              <a:t>Means</a:t>
            </a:r>
            <a:r>
              <a:rPr lang="es-ES" dirty="0"/>
              <a:t> y curvatura; después </a:t>
            </a:r>
            <a:r>
              <a:rPr lang="es-ES" dirty="0" err="1"/>
              <a:t>XGBoost</a:t>
            </a:r>
            <a:r>
              <a:rPr lang="es-ES" dirty="0"/>
              <a:t> aprende ese patrón y me entrega la proba</a:t>
            </a:r>
            <a:br>
              <a:rPr lang="es-ES" dirty="0"/>
            </a:br>
            <a:r>
              <a:rPr lang="es-ES" dirty="0" err="1"/>
              <a:t>bilidad</a:t>
            </a:r>
            <a:r>
              <a:rPr lang="es-ES" dirty="0"/>
              <a:t> de morfología rocosa por nube, que uso para decidir dónde vale la pena segmentar en detalle.”</a:t>
            </a:r>
            <a:br>
              <a:rPr lang="es-ES" dirty="0"/>
            </a:b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árboles de decisión potenciados por gradiente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4ADE-8EB3-C806-21E5-80597AD6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7B3D5-7619-238A-A7F2-DFB3FCA6E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25C1B-775E-EFA0-DCF1-CAAAAC0BC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Aquí uso un modelo supervisado </a:t>
            </a:r>
            <a:r>
              <a:rPr lang="es-ES" dirty="0" err="1"/>
              <a:t>XGBoost</a:t>
            </a:r>
            <a:r>
              <a:rPr lang="es-ES" dirty="0"/>
              <a:t>, no sobre los puntos crudos, sino sobre cinco descriptores globales de cada nube. Primero genero </a:t>
            </a:r>
            <a:r>
              <a:rPr lang="es-ES" dirty="0" err="1"/>
              <a:t>pseudo-etiquetas</a:t>
            </a:r>
            <a:r>
              <a:rPr lang="es-ES" dirty="0"/>
              <a:t> roca/no-roca con K-</a:t>
            </a:r>
            <a:r>
              <a:rPr lang="es-ES" dirty="0" err="1"/>
              <a:t>Means</a:t>
            </a:r>
            <a:r>
              <a:rPr lang="es-ES" dirty="0"/>
              <a:t> y curvatura; después </a:t>
            </a:r>
            <a:r>
              <a:rPr lang="es-ES" dirty="0" err="1"/>
              <a:t>XGBoost</a:t>
            </a:r>
            <a:r>
              <a:rPr lang="es-ES" dirty="0"/>
              <a:t> aprende ese patrón y me entrega la probabilidad de morfología rocosa por nube, que uso para decidir dónde vale la pena segmentar en detalle.”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55BB2-BFC5-6235-548C-8A9FF7080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26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E1AE-6DC0-93E5-F281-57293857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3AA3F-E953-FAE3-8BE2-2CEECC7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93E60-C3AF-B06F-8CBA-20EF306A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Agrupa datos en una estructura de datos llamada </a:t>
            </a:r>
            <a:r>
              <a:rPr lang="es-ES" dirty="0" err="1"/>
              <a:t>dendogramas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E402A-A3A6-8AF2-6921-93E92EADB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02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9F5D-432E-5440-2617-40FB3DA0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02B33-9CA9-63B4-9797-C58B8F1BB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2DBCE-28A5-939A-047D-C6BEC1AA3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37A5-B2D4-4FFC-C7FD-AF4C89169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92E44-28A3-4F2A-8EFA-DBEFB7343A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3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A0DE-741A-4B37-A4E2-6123AC962FAE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20C4-A4C4-45F6-9750-FCC7EE26784B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660FC-50C1-4498-B4AB-41C1A56652ED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CDD17-1229-4CCB-99DA-6445255BEE2B}" type="datetime1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D902-DCCD-4BB0-AFB2-690828E79DA4}" type="datetime1">
              <a:rPr lang="es-CL" smtClean="0"/>
              <a:t>07-05-2026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C0F6D-FBF1-45B7-B2D8-C2C5B545620C}" type="datetime1">
              <a:rPr lang="es-CL" smtClean="0"/>
              <a:t>07-05-2026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29AD8-AB5E-4052-AC9F-28CCCA400FB4}" type="datetime1">
              <a:rPr lang="es-CL" smtClean="0"/>
              <a:t>07-05-2026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7153-5E2E-4140-AEA3-CC535D0D2A99}" type="datetime1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7BD2-5EDB-456C-9223-4B26644DA0BB}" type="datetime1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733C-E431-4D16-AB59-D66FFFEBA1B2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AC5F-B2EA-4988-AD73-247B716ACAD9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95BCE-CFD8-4200-8B97-F8428E92956A}" type="datetime1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-ieee-org.ezproxy.usach.cl/stamp/stamp.jsp?tp=&amp;arnumber=1095914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5">
            <a:extLst>
              <a:ext uri="{FF2B5EF4-FFF2-40B4-BE49-F238E27FC236}">
                <a16:creationId xmlns:a16="http://schemas.microsoft.com/office/drawing/2014/main" id="{759C7235-097B-CA78-311F-A14A1BFEC986}"/>
              </a:ext>
            </a:extLst>
          </p:cNvPr>
          <p:cNvSpPr txBox="1"/>
          <p:nvPr/>
        </p:nvSpPr>
        <p:spPr>
          <a:xfrm>
            <a:off x="1707902" y="136525"/>
            <a:ext cx="9584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</a:rPr>
              <a:t>Tesis: Mecanismos de autosupervisión para la generación de entornos hiperrealistas en gemelos digitales</a:t>
            </a:r>
            <a:endParaRPr lang="es-CL" sz="2000" dirty="0">
              <a:solidFill>
                <a:schemeClr val="bg1"/>
              </a:solidFill>
              <a:latin typeface="MADE TOMMY" panose="02000503000000020004" pitchFamily="2" charset="77"/>
            </a:endParaRPr>
          </a:p>
        </p:txBody>
      </p:sp>
      <p:sp>
        <p:nvSpPr>
          <p:cNvPr id="3" name="CuadroTexto 7">
            <a:extLst>
              <a:ext uri="{FF2B5EF4-FFF2-40B4-BE49-F238E27FC236}">
                <a16:creationId xmlns:a16="http://schemas.microsoft.com/office/drawing/2014/main" id="{2F1A50F0-89F1-240D-6725-4E10BBFFC557}"/>
              </a:ext>
            </a:extLst>
          </p:cNvPr>
          <p:cNvSpPr txBox="1"/>
          <p:nvPr/>
        </p:nvSpPr>
        <p:spPr>
          <a:xfrm>
            <a:off x="982871" y="4712310"/>
            <a:ext cx="6082946" cy="164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ts val="1466"/>
              </a:lnSpc>
              <a:spcBef>
                <a:spcPts val="600"/>
              </a:spcBef>
            </a:pP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Autor: Angel </a:t>
            </a:r>
            <a:r>
              <a:rPr lang="en-US" spc="100" dirty="0" err="1">
                <a:solidFill>
                  <a:schemeClr val="bg1"/>
                </a:solidFill>
                <a:latin typeface="MADETOMMY-LIGHT" panose="02000503000000020004" pitchFamily="2" charset="77"/>
              </a:rPr>
              <a:t>Pérez</a:t>
            </a: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 Pérez</a:t>
            </a:r>
          </a:p>
          <a:p>
            <a:pPr fontAlgn="base">
              <a:lnSpc>
                <a:spcPts val="1466"/>
              </a:lnSpc>
              <a:spcBef>
                <a:spcPts val="600"/>
              </a:spcBef>
            </a:pP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Director de Tesis : Dr. Francisco Cubillos Montecino</a:t>
            </a:r>
          </a:p>
          <a:p>
            <a:pPr fontAlgn="base">
              <a:lnSpc>
                <a:spcPts val="1466"/>
              </a:lnSpc>
              <a:spcBef>
                <a:spcPts val="600"/>
              </a:spcBef>
            </a:pP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Co-director de Tesis : Dr. John Kern Molina</a:t>
            </a:r>
          </a:p>
          <a:p>
            <a:pPr fontAlgn="base">
              <a:lnSpc>
                <a:spcPts val="1466"/>
              </a:lnSpc>
              <a:spcBef>
                <a:spcPts val="600"/>
              </a:spcBef>
            </a:pPr>
            <a:endParaRPr lang="en-US" spc="100" dirty="0">
              <a:solidFill>
                <a:schemeClr val="bg1"/>
              </a:solidFill>
              <a:latin typeface="MADETOMMY-LIGHT" panose="02000503000000020004" pitchFamily="2" charset="77"/>
            </a:endParaRPr>
          </a:p>
          <a:p>
            <a:pPr fontAlgn="base">
              <a:lnSpc>
                <a:spcPts val="1466"/>
              </a:lnSpc>
              <a:spcBef>
                <a:spcPts val="600"/>
              </a:spcBef>
            </a:pPr>
            <a:r>
              <a:rPr lang="en-US" spc="100" dirty="0" err="1">
                <a:solidFill>
                  <a:schemeClr val="bg1"/>
                </a:solidFill>
                <a:latin typeface="MADETOMMY-LIGHT" panose="02000503000000020004" pitchFamily="2" charset="77"/>
              </a:rPr>
              <a:t>Profesora</a:t>
            </a: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: Dra. Marcela </a:t>
            </a:r>
            <a:r>
              <a:rPr lang="en-US" spc="100" dirty="0" err="1">
                <a:solidFill>
                  <a:schemeClr val="bg1"/>
                </a:solidFill>
                <a:latin typeface="MADETOMMY-LIGHT" panose="02000503000000020004" pitchFamily="2" charset="77"/>
              </a:rPr>
              <a:t>Jamett</a:t>
            </a: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 Domínguez</a:t>
            </a:r>
          </a:p>
          <a:p>
            <a:pPr fontAlgn="base">
              <a:lnSpc>
                <a:spcPts val="1466"/>
              </a:lnSpc>
              <a:spcBef>
                <a:spcPts val="600"/>
              </a:spcBef>
            </a:pPr>
            <a:r>
              <a:rPr lang="en-US" spc="100" dirty="0" err="1">
                <a:solidFill>
                  <a:schemeClr val="bg1"/>
                </a:solidFill>
                <a:latin typeface="MADETOMMY-LIGHT" panose="02000503000000020004" pitchFamily="2" charset="77"/>
              </a:rPr>
              <a:t>Profesor</a:t>
            </a:r>
            <a:r>
              <a:rPr lang="en-US" spc="100" dirty="0">
                <a:solidFill>
                  <a:schemeClr val="bg1"/>
                </a:solidFill>
                <a:latin typeface="MADETOMMY-LIGHT" panose="02000503000000020004" pitchFamily="2" charset="77"/>
              </a:rPr>
              <a:t>: Ricardo Rojas </a:t>
            </a:r>
            <a:r>
              <a:rPr lang="en-US" spc="100" dirty="0" err="1">
                <a:solidFill>
                  <a:schemeClr val="bg1"/>
                </a:solidFill>
                <a:latin typeface="MADETOMMY-LIGHT" panose="02000503000000020004" pitchFamily="2" charset="77"/>
              </a:rPr>
              <a:t>FLores</a:t>
            </a:r>
            <a:endParaRPr lang="en-US" spc="100" dirty="0">
              <a:solidFill>
                <a:schemeClr val="bg1"/>
              </a:solidFill>
              <a:latin typeface="MADETOMMY-LIGHT" panose="02000503000000020004" pitchFamily="2" charset="77"/>
            </a:endParaRPr>
          </a:p>
        </p:txBody>
      </p:sp>
      <p:sp>
        <p:nvSpPr>
          <p:cNvPr id="4" name="CuadroTexto 8">
            <a:extLst>
              <a:ext uri="{FF2B5EF4-FFF2-40B4-BE49-F238E27FC236}">
                <a16:creationId xmlns:a16="http://schemas.microsoft.com/office/drawing/2014/main" id="{01719A50-A77E-E415-A610-5F8B7843C97F}"/>
              </a:ext>
            </a:extLst>
          </p:cNvPr>
          <p:cNvSpPr txBox="1"/>
          <p:nvPr/>
        </p:nvSpPr>
        <p:spPr>
          <a:xfrm>
            <a:off x="8978840" y="5766185"/>
            <a:ext cx="2313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spc="100" dirty="0">
                <a:solidFill>
                  <a:schemeClr val="bg1">
                    <a:lumMod val="65000"/>
                  </a:schemeClr>
                </a:solidFill>
                <a:latin typeface="MADETOMMY-LIGHT" panose="02000503000000020004" pitchFamily="2" charset="77"/>
              </a:rPr>
              <a:t>Noviembre 26, 2025 </a:t>
            </a:r>
          </a:p>
        </p:txBody>
      </p:sp>
      <p:sp>
        <p:nvSpPr>
          <p:cNvPr id="5" name="CuadroTexto 7">
            <a:extLst>
              <a:ext uri="{FF2B5EF4-FFF2-40B4-BE49-F238E27FC236}">
                <a16:creationId xmlns:a16="http://schemas.microsoft.com/office/drawing/2014/main" id="{5AA238D7-5F15-6247-41A4-8C4E81ACB794}"/>
              </a:ext>
            </a:extLst>
          </p:cNvPr>
          <p:cNvSpPr txBox="1"/>
          <p:nvPr/>
        </p:nvSpPr>
        <p:spPr>
          <a:xfrm>
            <a:off x="8863201" y="5521036"/>
            <a:ext cx="2544646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ts val="1466"/>
              </a:lnSpc>
            </a:pPr>
            <a:r>
              <a:rPr lang="en-US" spc="100" dirty="0">
                <a:solidFill>
                  <a:srgbClr val="FFFF00"/>
                </a:solidFill>
                <a:latin typeface="MADETOMMY-LIGHT" panose="02000503000000020004" pitchFamily="2" charset="77"/>
              </a:rPr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8570AB-2894-3E0E-F18E-219A3003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153" y="618972"/>
            <a:ext cx="676369" cy="44773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BB68C-81E0-9986-41BF-6430B691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1</a:t>
            </a:fld>
            <a:endParaRPr lang="es-C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BA5F5-27FD-FD74-6542-FE811B58533D}"/>
              </a:ext>
            </a:extLst>
          </p:cNvPr>
          <p:cNvSpPr txBox="1"/>
          <p:nvPr/>
        </p:nvSpPr>
        <p:spPr>
          <a:xfrm>
            <a:off x="1838153" y="3598925"/>
            <a:ext cx="85156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Detección de estructuras y patrones geométricos en nubes de puntos 3D mediante técnicas supervisadas y no supervisadas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4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5">
            <a:extLst>
              <a:ext uri="{FF2B5EF4-FFF2-40B4-BE49-F238E27FC236}">
                <a16:creationId xmlns:a16="http://schemas.microsoft.com/office/drawing/2014/main" id="{DAD6E7B7-956D-6DA1-6F8E-8E3D934EC46E}"/>
              </a:ext>
            </a:extLst>
          </p:cNvPr>
          <p:cNvSpPr txBox="1"/>
          <p:nvPr/>
        </p:nvSpPr>
        <p:spPr>
          <a:xfrm>
            <a:off x="1538296" y="349474"/>
            <a:ext cx="202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Trebuchet MS" panose="020B0603020202020204" pitchFamily="34" charset="0"/>
              </a:rPr>
              <a:t>Índice</a:t>
            </a:r>
            <a:endParaRPr lang="es-CL" sz="4000" b="1" dirty="0">
              <a:latin typeface="Trebuchet MS" panose="020B0603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59C771-89A4-6672-3121-AFD91F5EB046}"/>
              </a:ext>
            </a:extLst>
          </p:cNvPr>
          <p:cNvCxnSpPr>
            <a:cxnSpLocks/>
          </p:cNvCxnSpPr>
          <p:nvPr/>
        </p:nvCxnSpPr>
        <p:spPr>
          <a:xfrm>
            <a:off x="1498221" y="1057360"/>
            <a:ext cx="9855579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DAF138B-CD28-0AB8-1D95-503AAEBE04AE}"/>
              </a:ext>
            </a:extLst>
          </p:cNvPr>
          <p:cNvSpPr txBox="1"/>
          <p:nvPr/>
        </p:nvSpPr>
        <p:spPr>
          <a:xfrm>
            <a:off x="1068397" y="1663018"/>
            <a:ext cx="4010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ES" sz="2400" b="1" spc="-100" dirty="0">
                <a:latin typeface="Trebuchet MS" panose="020B0603020202020204" pitchFamily="34" charset="0"/>
              </a:rPr>
              <a:t>Introducción 	</a:t>
            </a:r>
          </a:p>
          <a:p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Problema a Resolver</a:t>
            </a:r>
            <a:endParaRPr lang="es-CL" sz="2000" b="1" spc="-1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CuadroTexto 5">
            <a:extLst>
              <a:ext uri="{FF2B5EF4-FFF2-40B4-BE49-F238E27FC236}">
                <a16:creationId xmlns:a16="http://schemas.microsoft.com/office/drawing/2014/main" id="{BD35A6AA-4FC0-A753-1270-CF602A137EC8}"/>
              </a:ext>
            </a:extLst>
          </p:cNvPr>
          <p:cNvSpPr txBox="1"/>
          <p:nvPr/>
        </p:nvSpPr>
        <p:spPr>
          <a:xfrm>
            <a:off x="6680132" y="1664384"/>
            <a:ext cx="4372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02. Descripción del Problema, Objetivos</a:t>
            </a:r>
          </a:p>
          <a:p>
            <a:r>
              <a:rPr lang="es-ES" sz="2400" b="1" spc="-100" dirty="0">
                <a:latin typeface="Trebuchet MS" panose="020B0603020202020204" pitchFamily="34" charset="0"/>
              </a:rPr>
              <a:t> </a:t>
            </a:r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General y Específicos</a:t>
            </a:r>
            <a:endParaRPr lang="es-CL" sz="2400" b="1" spc="-1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49303335-B091-2386-EAD4-47B6FD019B63}"/>
              </a:ext>
            </a:extLst>
          </p:cNvPr>
          <p:cNvSpPr txBox="1"/>
          <p:nvPr/>
        </p:nvSpPr>
        <p:spPr>
          <a:xfrm>
            <a:off x="1068397" y="5569807"/>
            <a:ext cx="296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Bibliografías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4EF10197-C7F5-1284-623F-9DCD35947557}"/>
              </a:ext>
            </a:extLst>
          </p:cNvPr>
          <p:cNvSpPr txBox="1"/>
          <p:nvPr/>
        </p:nvSpPr>
        <p:spPr>
          <a:xfrm>
            <a:off x="1068396" y="3061086"/>
            <a:ext cx="4628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03. Aplicación de técnicas de aprendizaje supervisado-no supervisado al conjunto de datos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DB59E9C7-7E58-5449-344D-CE0097EC27A4}"/>
              </a:ext>
            </a:extLst>
          </p:cNvPr>
          <p:cNvSpPr txBox="1"/>
          <p:nvPr/>
        </p:nvSpPr>
        <p:spPr>
          <a:xfrm>
            <a:off x="1068397" y="4497740"/>
            <a:ext cx="5117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05. Aplicación de Técnicas de Clasificación </a:t>
            </a:r>
            <a:r>
              <a:rPr lang="es-ES" sz="2400" b="1" spc="-100" dirty="0" err="1">
                <a:latin typeface="Trebuchet MS" panose="020B0603020202020204" pitchFamily="34" charset="0"/>
              </a:rPr>
              <a:t>XGBoost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0" name="CuadroTexto 5">
            <a:extLst>
              <a:ext uri="{FF2B5EF4-FFF2-40B4-BE49-F238E27FC236}">
                <a16:creationId xmlns:a16="http://schemas.microsoft.com/office/drawing/2014/main" id="{9CB5D4AA-6934-9462-2782-9C6F63DF5445}"/>
              </a:ext>
            </a:extLst>
          </p:cNvPr>
          <p:cNvSpPr txBox="1"/>
          <p:nvPr/>
        </p:nvSpPr>
        <p:spPr>
          <a:xfrm>
            <a:off x="6640649" y="3111223"/>
            <a:ext cx="51985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04. Extracción de </a:t>
            </a:r>
            <a:r>
              <a:rPr lang="es-ES" sz="2400" b="1" spc="-100" dirty="0" err="1">
                <a:latin typeface="Trebuchet MS" panose="020B0603020202020204" pitchFamily="34" charset="0"/>
              </a:rPr>
              <a:t>clusters</a:t>
            </a:r>
            <a:endParaRPr lang="es-ES" sz="2400" b="1" spc="-100" dirty="0">
              <a:latin typeface="Trebuchet MS" panose="020B0603020202020204" pitchFamily="34" charset="0"/>
            </a:endParaRPr>
          </a:p>
          <a:p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	K-</a:t>
            </a:r>
            <a:r>
              <a:rPr lang="es-ES" sz="20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Means</a:t>
            </a:r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s-ES" sz="20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DBScan</a:t>
            </a:r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Mean-Shift y </a:t>
            </a:r>
            <a:r>
              <a:rPr lang="es-ES" sz="20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Clustering</a:t>
            </a:r>
            <a:r>
              <a:rPr lang="es-ES" sz="20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Jerárquico</a:t>
            </a:r>
          </a:p>
          <a:p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771380C-D4FC-5FDE-7726-2FD70744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2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C398FB4E-B01F-8973-C632-FDA61179DF06}"/>
              </a:ext>
            </a:extLst>
          </p:cNvPr>
          <p:cNvSpPr txBox="1"/>
          <p:nvPr/>
        </p:nvSpPr>
        <p:spPr>
          <a:xfrm>
            <a:off x="6680132" y="4412536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latin typeface="Trebuchet MS" panose="020B0603020202020204" pitchFamily="34" charset="0"/>
              </a:rPr>
              <a:t>06. Conclusiones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0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A30B9E-B58B-0B83-940C-1630A56F79C3}"/>
              </a:ext>
            </a:extLst>
          </p:cNvPr>
          <p:cNvSpPr txBox="1"/>
          <p:nvPr/>
        </p:nvSpPr>
        <p:spPr>
          <a:xfrm>
            <a:off x="1132201" y="1819741"/>
            <a:ext cx="9609221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latin typeface="Arial Narrow" panose="020B0606020202030204" pitchFamily="34" charset="0"/>
              </a:rPr>
              <a:t>El análisis no supervisado de nubes de puntos permite identificar patrones sin etiquetas.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Los métodos de reducción de dimensionalidad como PCA proyectan las características geométricas de una nube de puntos a espacios de características con menor dimensión.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Los Algoritmos de </a:t>
            </a:r>
            <a:r>
              <a:rPr lang="es-ES" i="1" dirty="0" err="1">
                <a:latin typeface="Arial Narrow" panose="020B0606020202030204" pitchFamily="34" charset="0"/>
              </a:rPr>
              <a:t>clustering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como K-</a:t>
            </a:r>
            <a:r>
              <a:rPr lang="es-ES" dirty="0" err="1">
                <a:latin typeface="Arial Narrow" panose="020B0606020202030204" pitchFamily="34" charset="0"/>
              </a:rPr>
              <a:t>Means</a:t>
            </a:r>
            <a:r>
              <a:rPr lang="es-ES" dirty="0">
                <a:latin typeface="Arial Narrow" panose="020B0606020202030204" pitchFamily="34" charset="0"/>
              </a:rPr>
              <a:t>, DBSCAN, </a:t>
            </a:r>
            <a:r>
              <a:rPr lang="es-ES" i="1" dirty="0">
                <a:latin typeface="Arial Narrow" panose="020B0606020202030204" pitchFamily="34" charset="0"/>
              </a:rPr>
              <a:t>Mean-Shift</a:t>
            </a:r>
            <a:r>
              <a:rPr lang="es-ES" dirty="0">
                <a:latin typeface="Arial Narrow" panose="020B0606020202030204" pitchFamily="34" charset="0"/>
              </a:rPr>
              <a:t> y </a:t>
            </a:r>
            <a:r>
              <a:rPr lang="es-ES" i="1" dirty="0" err="1">
                <a:latin typeface="Arial Narrow" panose="020B0606020202030204" pitchFamily="34" charset="0"/>
              </a:rPr>
              <a:t>Clustering</a:t>
            </a:r>
            <a:r>
              <a:rPr lang="es-ES" dirty="0">
                <a:latin typeface="Arial Narrow" panose="020B0606020202030204" pitchFamily="34" charset="0"/>
              </a:rPr>
              <a:t> Jerárquico permiten segmentar regiones de la nube según densidad, similitud geométrica o proximidad espacial.</a:t>
            </a:r>
            <a:br>
              <a:rPr lang="es-ES" dirty="0">
                <a:latin typeface="Arial Narrow" panose="020B0606020202030204" pitchFamily="34" charset="0"/>
              </a:rPr>
            </a:br>
            <a:endParaRPr lang="es-ES" dirty="0">
              <a:latin typeface="Arial Narrow" panose="020B0606020202030204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Los </a:t>
            </a:r>
            <a:r>
              <a:rPr lang="en-US" dirty="0" err="1">
                <a:latin typeface="Arial Narrow" panose="020B0606020202030204" pitchFamily="34" charset="0"/>
              </a:rPr>
              <a:t>métodos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supervisados</a:t>
            </a:r>
            <a:r>
              <a:rPr lang="en-US" dirty="0">
                <a:latin typeface="Arial Narrow" panose="020B0606020202030204" pitchFamily="34" charset="0"/>
              </a:rPr>
              <a:t> ​​de </a:t>
            </a:r>
            <a:r>
              <a:rPr lang="en-US" dirty="0" err="1">
                <a:latin typeface="Arial Narrow" panose="020B0606020202030204" pitchFamily="34" charset="0"/>
              </a:rPr>
              <a:t>eliminación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ruido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nubes</a:t>
            </a:r>
            <a:r>
              <a:rPr lang="en-US" dirty="0">
                <a:latin typeface="Arial Narrow" panose="020B0606020202030204" pitchFamily="34" charset="0"/>
              </a:rPr>
              <a:t> de puntos </a:t>
            </a:r>
            <a:r>
              <a:rPr lang="en-US" dirty="0" err="1">
                <a:latin typeface="Arial Narrow" panose="020B0606020202030204" pitchFamily="34" charset="0"/>
              </a:rPr>
              <a:t>aprenden</a:t>
            </a:r>
            <a:r>
              <a:rPr lang="en-US" dirty="0">
                <a:latin typeface="Arial Narrow" panose="020B0606020202030204" pitchFamily="34" charset="0"/>
              </a:rPr>
              <a:t> de pares de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ruidosos</a:t>
            </a:r>
            <a:r>
              <a:rPr lang="en-US" dirty="0">
                <a:latin typeface="Arial Narrow" panose="020B0606020202030204" pitchFamily="34" charset="0"/>
              </a:rPr>
              <a:t> y </a:t>
            </a:r>
            <a:r>
              <a:rPr lang="en-US" dirty="0" err="1">
                <a:latin typeface="Arial Narrow" panose="020B0606020202030204" pitchFamily="34" charset="0"/>
              </a:rPr>
              <a:t>limpios</a:t>
            </a:r>
            <a:r>
              <a:rPr lang="en-US" dirty="0">
                <a:latin typeface="Arial Narrow" panose="020B0606020202030204" pitchFamily="34" charset="0"/>
              </a:rPr>
              <a:t> para </a:t>
            </a:r>
            <a:r>
              <a:rPr lang="en-US" dirty="0" err="1">
                <a:latin typeface="Arial Narrow" panose="020B0606020202030204" pitchFamily="34" charset="0"/>
              </a:rPr>
              <a:t>eliminar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el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ruido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preservando</a:t>
            </a:r>
            <a:r>
              <a:rPr lang="en-US" dirty="0">
                <a:latin typeface="Arial Narrow" panose="020B0606020202030204" pitchFamily="34" charset="0"/>
              </a:rPr>
              <a:t> las </a:t>
            </a:r>
            <a:r>
              <a:rPr lang="en-US" dirty="0" err="1">
                <a:latin typeface="Arial Narrow" panose="020B0606020202030204" pitchFamily="34" charset="0"/>
              </a:rPr>
              <a:t>estructuras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geométricas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finas</a:t>
            </a:r>
            <a:r>
              <a:rPr lang="en-US" dirty="0">
                <a:latin typeface="Arial Narrow" panose="020B0606020202030204" pitchFamily="34" charset="0"/>
              </a:rPr>
              <a:t> [2].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735471F3-6488-3104-212E-C0F288DFFFA5}"/>
              </a:ext>
            </a:extLst>
          </p:cNvPr>
          <p:cNvSpPr txBox="1"/>
          <p:nvPr/>
        </p:nvSpPr>
        <p:spPr>
          <a:xfrm>
            <a:off x="1599339" y="532308"/>
            <a:ext cx="296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01. Introducción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52BB1-1E3E-0238-D1F3-579DF842C552}"/>
              </a:ext>
            </a:extLst>
          </p:cNvPr>
          <p:cNvSpPr txBox="1"/>
          <p:nvPr/>
        </p:nvSpPr>
        <p:spPr>
          <a:xfrm>
            <a:off x="1266015" y="5760023"/>
            <a:ext cx="8692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https://ieeexplore-ieee-org.ezproxy.usach.cl/stamp/stamp.jsp?tp=&amp;arnumber=10959142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8C85C-4ED4-2B4D-04DC-AB3FCCA6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32119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3</a:t>
            </a:fld>
            <a:endParaRPr lang="es-CL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9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53CE8F-66B9-BB90-B6C3-4BECF41D6D6E}"/>
              </a:ext>
            </a:extLst>
          </p:cNvPr>
          <p:cNvSpPr txBox="1"/>
          <p:nvPr/>
        </p:nvSpPr>
        <p:spPr>
          <a:xfrm>
            <a:off x="2090854" y="2956268"/>
            <a:ext cx="86031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General</a:t>
            </a:r>
            <a:r>
              <a:rPr lang="es-ES" dirty="0">
                <a:latin typeface="Arial Narrow" panose="020B0606020202030204" pitchFamily="34" charset="0"/>
              </a:rPr>
              <a:t>: Diseñar algoritmos para segmentar rocas en función de sus características geométricas extraídas de nubes de puntos.</a:t>
            </a:r>
          </a:p>
          <a:p>
            <a:endParaRPr lang="es-ES" dirty="0">
              <a:latin typeface="Arial Narrow" panose="020B0606020202030204" pitchFamily="34" charset="0"/>
            </a:endParaRPr>
          </a:p>
          <a:p>
            <a:r>
              <a:rPr lang="es-ES" b="1" dirty="0">
                <a:latin typeface="Arial Narrow" panose="020B0606020202030204" pitchFamily="34" charset="0"/>
              </a:rPr>
              <a:t>Objetivos Específicos: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Construir y limpiar la base de datos de nubes de puntos de rocas.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Reducir la dimensionalidad del espacio de características mediante PCA para mitigar las correlaciones de características.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Extraer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mediante modelos como Aplicación de K-</a:t>
            </a:r>
            <a:r>
              <a:rPr lang="es-ES" dirty="0" err="1">
                <a:latin typeface="Arial Narrow" panose="020B0606020202030204" pitchFamily="34" charset="0"/>
              </a:rPr>
              <a:t>Means</a:t>
            </a:r>
            <a:r>
              <a:rPr lang="es-ES" dirty="0">
                <a:latin typeface="Arial Narrow" panose="020B0606020202030204" pitchFamily="34" charset="0"/>
              </a:rPr>
              <a:t>, </a:t>
            </a:r>
            <a:r>
              <a:rPr lang="es-ES" dirty="0" err="1">
                <a:latin typeface="Arial Narrow" panose="020B0606020202030204" pitchFamily="34" charset="0"/>
              </a:rPr>
              <a:t>DBScan</a:t>
            </a:r>
            <a:r>
              <a:rPr lang="es-ES" dirty="0">
                <a:latin typeface="Arial Narrow" panose="020B0606020202030204" pitchFamily="34" charset="0"/>
              </a:rPr>
              <a:t>, Mean-Shift y </a:t>
            </a:r>
            <a:r>
              <a:rPr lang="es-ES" dirty="0" err="1">
                <a:latin typeface="Arial Narrow" panose="020B0606020202030204" pitchFamily="34" charset="0"/>
              </a:rPr>
              <a:t>Clustering</a:t>
            </a:r>
            <a:r>
              <a:rPr lang="es-ES" dirty="0">
                <a:latin typeface="Arial Narrow" panose="020B0606020202030204" pitchFamily="34" charset="0"/>
              </a:rPr>
              <a:t> Jerárquico en los datos para la segmentación.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Evaluar los modelos con métricas de </a:t>
            </a:r>
            <a:r>
              <a:rPr lang="es-ES" dirty="0" err="1">
                <a:latin typeface="Arial Narrow" panose="020B0606020202030204" pitchFamily="34" charset="0"/>
              </a:rPr>
              <a:t>clustering</a:t>
            </a:r>
            <a:r>
              <a:rPr lang="es-ES" dirty="0">
                <a:latin typeface="Arial Narrow" panose="020B0606020202030204" pitchFamily="34" charset="0"/>
              </a:rPr>
              <a:t> </a:t>
            </a:r>
            <a:r>
              <a:rPr lang="es-ES" dirty="0" err="1">
                <a:latin typeface="Arial Narrow" panose="020B0606020202030204" pitchFamily="34" charset="0"/>
              </a:rPr>
              <a:t>Silhouette</a:t>
            </a:r>
            <a:r>
              <a:rPr lang="es-ES" dirty="0">
                <a:latin typeface="Arial Narrow" panose="020B0606020202030204" pitchFamily="34" charset="0"/>
              </a:rPr>
              <a:t> y Davies-</a:t>
            </a:r>
            <a:r>
              <a:rPr lang="es-ES" dirty="0" err="1">
                <a:latin typeface="Arial Narrow" panose="020B0606020202030204" pitchFamily="34" charset="0"/>
              </a:rPr>
              <a:t>Bouldin</a:t>
            </a:r>
            <a:r>
              <a:rPr lang="es-ES" dirty="0">
                <a:latin typeface="Arial Narrow" panose="020B0606020202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8D1D516C-D58E-5CD4-D7C0-B58BEB5FD8B3}"/>
              </a:ext>
            </a:extLst>
          </p:cNvPr>
          <p:cNvSpPr txBox="1"/>
          <p:nvPr/>
        </p:nvSpPr>
        <p:spPr>
          <a:xfrm>
            <a:off x="1378398" y="2462672"/>
            <a:ext cx="296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02.01. Objetivos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1001AC-EE8D-6164-3629-FB0A5A69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545" y="6039394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4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3ED04-3132-BF7B-3BB3-DFB639FC6E3E}"/>
              </a:ext>
            </a:extLst>
          </p:cNvPr>
          <p:cNvSpPr txBox="1"/>
          <p:nvPr/>
        </p:nvSpPr>
        <p:spPr>
          <a:xfrm>
            <a:off x="2090854" y="939178"/>
            <a:ext cx="8010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 Narrow" panose="020B0606020202030204" pitchFamily="34" charset="0"/>
              </a:rPr>
              <a:t>Las nubes de puntos adquiridas por escáner 3D contienen ruido, </a:t>
            </a:r>
            <a:r>
              <a:rPr lang="es-ES" i="1" dirty="0" err="1">
                <a:latin typeface="Arial Narrow" panose="020B0606020202030204" pitchFamily="34" charset="0"/>
              </a:rPr>
              <a:t>outliers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y dimensiones fuertemente correlacionadas, lo que dificulta su segmentación y análisis de las características fundamentales.</a:t>
            </a:r>
          </a:p>
          <a:p>
            <a:r>
              <a:rPr lang="es-ES" b="1" dirty="0">
                <a:latin typeface="Arial Narrow" panose="020B0606020202030204" pitchFamily="34" charset="0"/>
              </a:rPr>
              <a:t>Hipótesis:</a:t>
            </a:r>
            <a:r>
              <a:rPr lang="es-ES" dirty="0">
                <a:latin typeface="Arial Narrow" panose="020B0606020202030204" pitchFamily="34" charset="0"/>
              </a:rPr>
              <a:t> se pueden identificar características relevantes de los datos como estructuras rocas de la superficie </a:t>
            </a:r>
            <a:r>
              <a:rPr lang="es-ES" b="1" dirty="0">
                <a:latin typeface="Arial Narrow" panose="020B0606020202030204" pitchFamily="34" charset="0"/>
              </a:rPr>
              <a:t>m</a:t>
            </a:r>
            <a:r>
              <a:rPr lang="es-ES" dirty="0">
                <a:latin typeface="Arial Narrow" panose="020B0606020202030204" pitchFamily="34" charset="0"/>
              </a:rPr>
              <a:t>ediante técnicas de </a:t>
            </a:r>
            <a:r>
              <a:rPr lang="es-ES" i="1" dirty="0">
                <a:latin typeface="Arial Narrow" panose="020B0606020202030204" pitchFamily="34" charset="0"/>
              </a:rPr>
              <a:t>Machine </a:t>
            </a:r>
            <a:r>
              <a:rPr lang="es-ES" i="1" dirty="0" err="1">
                <a:latin typeface="Arial Narrow" panose="020B0606020202030204" pitchFamily="34" charset="0"/>
              </a:rPr>
              <a:t>Learning</a:t>
            </a:r>
            <a:r>
              <a:rPr lang="es-ES" i="1" dirty="0">
                <a:latin typeface="Arial Narrow" panose="020B0606020202030204" pitchFamily="34" charset="0"/>
              </a:rPr>
              <a:t>.</a:t>
            </a:r>
          </a:p>
          <a:p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5" name="CuadroTexto 5">
            <a:extLst>
              <a:ext uri="{FF2B5EF4-FFF2-40B4-BE49-F238E27FC236}">
                <a16:creationId xmlns:a16="http://schemas.microsoft.com/office/drawing/2014/main" id="{8D2B0224-0BAB-1C1D-314E-B684E6DBF032}"/>
              </a:ext>
            </a:extLst>
          </p:cNvPr>
          <p:cNvSpPr txBox="1"/>
          <p:nvPr/>
        </p:nvSpPr>
        <p:spPr>
          <a:xfrm>
            <a:off x="1378397" y="489010"/>
            <a:ext cx="296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02. Problema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5">
            <a:extLst>
              <a:ext uri="{FF2B5EF4-FFF2-40B4-BE49-F238E27FC236}">
                <a16:creationId xmlns:a16="http://schemas.microsoft.com/office/drawing/2014/main" id="{F824FA0A-FF1A-1AF2-DFA5-818BE7048240}"/>
              </a:ext>
            </a:extLst>
          </p:cNvPr>
          <p:cNvSpPr txBox="1"/>
          <p:nvPr/>
        </p:nvSpPr>
        <p:spPr>
          <a:xfrm>
            <a:off x="1599339" y="532308"/>
            <a:ext cx="676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02. Problema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85A39-420C-8A9D-86F4-C6DFAE9EEFA5}"/>
              </a:ext>
            </a:extLst>
          </p:cNvPr>
          <p:cNvSpPr txBox="1"/>
          <p:nvPr/>
        </p:nvSpPr>
        <p:spPr>
          <a:xfrm>
            <a:off x="255687" y="1723215"/>
            <a:ext cx="62949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 Narrow" panose="020B0606020202030204" pitchFamily="34" charset="0"/>
              </a:rPr>
              <a:t>Problemas: 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Desplazamiento de puntos por vibración del sensor o reflectividad de la superficie.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Pérdida de información por oclusión.</a:t>
            </a: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Arial Narrow" panose="020B0606020202030204" pitchFamily="34" charset="0"/>
            </a:endParaRPr>
          </a:p>
          <a:p>
            <a:r>
              <a:rPr lang="es-ES" dirty="0">
                <a:latin typeface="Arial Narrow" panose="020B0606020202030204" pitchFamily="34" charset="0"/>
              </a:rPr>
              <a:t>Desafío: restaurar el </a:t>
            </a:r>
            <a:r>
              <a:rPr lang="es-ES" i="1" dirty="0" err="1">
                <a:latin typeface="Arial Narrow" panose="020B0606020202030204" pitchFamily="34" charset="0"/>
              </a:rPr>
              <a:t>dataset</a:t>
            </a:r>
            <a:r>
              <a:rPr lang="es-ES" dirty="0">
                <a:latin typeface="Arial Narrow" panose="020B0606020202030204" pitchFamily="34" charset="0"/>
              </a:rPr>
              <a:t> de nubes de puntos sin ruido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Mínimos cuadrados Móviles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Proyección Localmente Óptima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Filtrado no local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latin typeface="Arial Narrow" panose="020B0606020202030204" pitchFamily="34" charset="0"/>
              </a:rPr>
              <a:t>Métodos de Aprendizaje Profundo (se emplea el doble que los anteriores 2020-2025)</a:t>
            </a:r>
          </a:p>
          <a:p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3C070-6BD9-0D3D-F954-6BA27E31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472" y="6123007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pPr/>
              <a:t>5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F603B-ED65-C675-EF38-ED503C997330}"/>
              </a:ext>
            </a:extLst>
          </p:cNvPr>
          <p:cNvSpPr txBox="1"/>
          <p:nvPr/>
        </p:nvSpPr>
        <p:spPr>
          <a:xfrm>
            <a:off x="1549740" y="921395"/>
            <a:ext cx="9804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Clasificación de morfologías de rocas en nubes de puntos 3D para entornos virtuales de simulación minera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688629-1FB2-3D0D-9970-1B70F1061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66" y="3098541"/>
            <a:ext cx="5945254" cy="2669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C250D0-5C81-1414-8696-CA9955AEDC89}"/>
              </a:ext>
            </a:extLst>
          </p:cNvPr>
          <p:cNvSpPr txBox="1"/>
          <p:nvPr/>
        </p:nvSpPr>
        <p:spPr>
          <a:xfrm>
            <a:off x="7295839" y="5936238"/>
            <a:ext cx="4403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</a:t>
            </a:r>
            <a:r>
              <a:rPr lang="en-US" dirty="0">
                <a:latin typeface="Arial Narrow" panose="020B0606020202030204" pitchFamily="34" charset="0"/>
              </a:rPr>
              <a:t>.Nube de puntos </a:t>
            </a:r>
            <a:r>
              <a:rPr lang="en-US" dirty="0" err="1">
                <a:latin typeface="Arial Narrow" panose="020B0606020202030204" pitchFamily="34" charset="0"/>
              </a:rPr>
              <a:t>obtenida</a:t>
            </a:r>
            <a:r>
              <a:rPr lang="en-US" dirty="0">
                <a:latin typeface="Arial Narrow" panose="020B0606020202030204" pitchFamily="34" charset="0"/>
              </a:rPr>
              <a:t> del </a:t>
            </a:r>
            <a:r>
              <a:rPr lang="en-US" i="1" dirty="0">
                <a:latin typeface="Arial Narrow" panose="020B0606020202030204" pitchFamily="34" charset="0"/>
              </a:rPr>
              <a:t>Dataset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endParaRPr lang="en-US" i="1" dirty="0"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3DC873-44E2-F63E-FD0A-CFB47469165B}"/>
              </a:ext>
            </a:extLst>
          </p:cNvPr>
          <p:cNvSpPr txBox="1"/>
          <p:nvPr/>
        </p:nvSpPr>
        <p:spPr>
          <a:xfrm>
            <a:off x="6732267" y="1663913"/>
            <a:ext cx="5515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rial Narrow" panose="020B0606020202030204" pitchFamily="34" charset="0"/>
              </a:rPr>
              <a:t>Dataset</a:t>
            </a:r>
            <a:r>
              <a:rPr lang="en-US" b="1" dirty="0">
                <a:latin typeface="Arial Narrow" panose="020B0606020202030204" pitchFamily="34" charset="0"/>
              </a:rPr>
              <a:t>: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632 </a:t>
            </a:r>
            <a:r>
              <a:rPr lang="en-US" dirty="0" err="1">
                <a:latin typeface="Arial Narrow" panose="020B0606020202030204" pitchFamily="34" charset="0"/>
              </a:rPr>
              <a:t>Nubes</a:t>
            </a:r>
            <a:r>
              <a:rPr lang="en-US" dirty="0">
                <a:latin typeface="Arial Narrow" panose="020B0606020202030204" pitchFamily="34" charset="0"/>
              </a:rPr>
              <a:t> de puntos de </a:t>
            </a:r>
            <a:r>
              <a:rPr lang="en-US" dirty="0" err="1">
                <a:latin typeface="Arial Narrow" panose="020B0606020202030204" pitchFamily="34" charset="0"/>
              </a:rPr>
              <a:t>rocas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escaneadas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faenas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mineras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655863-6C5F-7D36-F399-00B921F81F8E}"/>
              </a:ext>
            </a:extLst>
          </p:cNvPr>
          <p:cNvSpPr txBox="1"/>
          <p:nvPr/>
        </p:nvSpPr>
        <p:spPr>
          <a:xfrm>
            <a:off x="6732267" y="2529019"/>
            <a:ext cx="5987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rial Narrow" panose="020B0606020202030204" pitchFamily="34" charset="0"/>
              </a:rPr>
              <a:t>Data-Type: </a:t>
            </a:r>
            <a:r>
              <a:rPr lang="en-US" i="1" dirty="0">
                <a:latin typeface="Arial Narrow" panose="020B0606020202030204" pitchFamily="34" charset="0"/>
              </a:rPr>
              <a:t>Point Cloud Data </a:t>
            </a:r>
            <a:r>
              <a:rPr lang="en-US" dirty="0">
                <a:latin typeface="Arial Narrow" panose="020B0606020202030204" pitchFamily="34" charset="0"/>
              </a:rPr>
              <a:t>(PCD)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Representaciones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espaciales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coordenadas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cartesianas</a:t>
            </a:r>
            <a:r>
              <a:rPr lang="en-US" dirty="0">
                <a:latin typeface="Arial Narrow" panose="020B0606020202030204" pitchFamily="34" charset="0"/>
              </a:rPr>
              <a:t> (</a:t>
            </a:r>
            <a:r>
              <a:rPr lang="en-US" dirty="0" err="1">
                <a:latin typeface="Arial Narrow" panose="020B0606020202030204" pitchFamily="34" charset="0"/>
              </a:rPr>
              <a:t>x,y,z</a:t>
            </a:r>
            <a:r>
              <a:rPr lang="en-US" dirty="0">
                <a:latin typeface="Arial Narrow" panose="020B0606020202030204" pitchFamily="34" charset="0"/>
              </a:rPr>
              <a:t>)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Poseen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atributos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como</a:t>
            </a:r>
            <a:r>
              <a:rPr lang="en-US" dirty="0">
                <a:latin typeface="Arial Narrow" panose="020B0606020202030204" pitchFamily="34" charset="0"/>
              </a:rPr>
              <a:t> color (RGB)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2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7278-BEC4-B09A-E9A5-56BDB71B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5">
            <a:extLst>
              <a:ext uri="{FF2B5EF4-FFF2-40B4-BE49-F238E27FC236}">
                <a16:creationId xmlns:a16="http://schemas.microsoft.com/office/drawing/2014/main" id="{0FDFB9A6-7D48-04FE-9C7F-C27EDB05E2C3}"/>
              </a:ext>
            </a:extLst>
          </p:cNvPr>
          <p:cNvSpPr txBox="1"/>
          <p:nvPr/>
        </p:nvSpPr>
        <p:spPr>
          <a:xfrm>
            <a:off x="1599338" y="532308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latin typeface="Trebuchet MS" panose="020B0603020202020204" pitchFamily="34" charset="0"/>
              </a:rPr>
              <a:t>02. Problema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79720D-5392-3DBE-34E4-5190AC4C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837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6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84390-5F33-D23E-5925-F04657289434}"/>
              </a:ext>
            </a:extLst>
          </p:cNvPr>
          <p:cNvSpPr txBox="1"/>
          <p:nvPr/>
        </p:nvSpPr>
        <p:spPr>
          <a:xfrm>
            <a:off x="4319614" y="6078279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</a:t>
            </a:r>
            <a:r>
              <a:rPr lang="en-US" dirty="0">
                <a:latin typeface="Arial Narrow" panose="020B0606020202030204" pitchFamily="34" charset="0"/>
              </a:rPr>
              <a:t>.Mapa de </a:t>
            </a:r>
            <a:r>
              <a:rPr lang="en-US" dirty="0" err="1">
                <a:latin typeface="Arial Narrow" panose="020B0606020202030204" pitchFamily="34" charset="0"/>
              </a:rPr>
              <a:t>intensidades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4" name="Picture 3" descr="A colorful image of a mountain&#10;&#10;AI-generated content may be incorrect.">
            <a:extLst>
              <a:ext uri="{FF2B5EF4-FFF2-40B4-BE49-F238E27FC236}">
                <a16:creationId xmlns:a16="http://schemas.microsoft.com/office/drawing/2014/main" id="{86404DEE-329F-3C02-CEC9-79A7F81D6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0857"/>
            <a:ext cx="12192000" cy="2733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5A1E55-DD5C-26C0-DA48-16BBAA240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85" y="1316493"/>
            <a:ext cx="3353268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5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D0F7EA-3AF6-3D68-9F44-0CAF102D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3605" b="3588"/>
          <a:stretch>
            <a:fillRect/>
          </a:stretch>
        </p:blipFill>
        <p:spPr>
          <a:xfrm>
            <a:off x="3585613" y="1626472"/>
            <a:ext cx="6974592" cy="37595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C5037BA-EF4A-3DD2-D0A4-68F9A440D46F}"/>
              </a:ext>
            </a:extLst>
          </p:cNvPr>
          <p:cNvSpPr txBox="1"/>
          <p:nvPr/>
        </p:nvSpPr>
        <p:spPr>
          <a:xfrm>
            <a:off x="918318" y="2483771"/>
            <a:ext cx="2248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Análisis de Características del </a:t>
            </a:r>
            <a:r>
              <a:rPr lang="es-ES" sz="2400" b="1" i="1" spc="-100" dirty="0" err="1">
                <a:latin typeface="Trebuchet MS" panose="020B0603020202020204" pitchFamily="34" charset="0"/>
              </a:rPr>
              <a:t>Dataset</a:t>
            </a:r>
            <a:endParaRPr lang="es-CL" sz="2400" b="1" i="1" spc="-100" dirty="0">
              <a:latin typeface="Trebuchet MS" panose="020B0603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4354F-6C6A-3FB5-6B7F-0337350C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8605" y="6132469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7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ED577-7BD4-C889-E756-533772F88A27}"/>
              </a:ext>
            </a:extLst>
          </p:cNvPr>
          <p:cNvSpPr txBox="1"/>
          <p:nvPr/>
        </p:nvSpPr>
        <p:spPr>
          <a:xfrm>
            <a:off x="4020511" y="5554141"/>
            <a:ext cx="85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3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i="1" dirty="0" err="1">
                <a:latin typeface="Arial Narrow" panose="020B0606020202030204" pitchFamily="34" charset="0"/>
              </a:rPr>
              <a:t>Dataframe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  <a:r>
              <a:rPr lang="en-US" dirty="0">
                <a:latin typeface="Arial Narrow" panose="020B0606020202030204" pitchFamily="34" charset="0"/>
              </a:rPr>
              <a:t>de </a:t>
            </a:r>
            <a:r>
              <a:rPr lang="en-US" dirty="0" err="1">
                <a:latin typeface="Arial Narrow" panose="020B0606020202030204" pitchFamily="34" charset="0"/>
              </a:rPr>
              <a:t>características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estadísticas</a:t>
            </a:r>
            <a:r>
              <a:rPr lang="en-US" dirty="0">
                <a:latin typeface="Arial Narrow" panose="020B0606020202030204" pitchFamily="34" charset="0"/>
              </a:rPr>
              <a:t> del </a:t>
            </a:r>
            <a:r>
              <a:rPr lang="en-US" i="1" dirty="0">
                <a:latin typeface="Arial Narrow" panose="020B0606020202030204" pitchFamily="34" charset="0"/>
              </a:rPr>
              <a:t>Dataset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DE1DEFF2-1824-BCA7-079B-952D2D1A310C}"/>
              </a:ext>
            </a:extLst>
          </p:cNvPr>
          <p:cNvSpPr txBox="1"/>
          <p:nvPr/>
        </p:nvSpPr>
        <p:spPr>
          <a:xfrm>
            <a:off x="1549740" y="260823"/>
            <a:ext cx="676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02. Problema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46B9-BCD3-0831-0C08-5875BB3221ED}"/>
              </a:ext>
            </a:extLst>
          </p:cNvPr>
          <p:cNvSpPr txBox="1"/>
          <p:nvPr/>
        </p:nvSpPr>
        <p:spPr>
          <a:xfrm>
            <a:off x="1549740" y="598229"/>
            <a:ext cx="9804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Clasificación de morfologías de rocas en nubes de puntos 3D para entornos virtuales de simulación minera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4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90BF1-1765-0B57-F2E1-E3E335AC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80" y="1120582"/>
            <a:ext cx="10038736" cy="49766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FC2E63E-CA5D-7215-3995-C521A33AF9A2}"/>
              </a:ext>
            </a:extLst>
          </p:cNvPr>
          <p:cNvSpPr txBox="1"/>
          <p:nvPr/>
        </p:nvSpPr>
        <p:spPr>
          <a:xfrm>
            <a:off x="0" y="2511144"/>
            <a:ext cx="2560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Análisis de Características del </a:t>
            </a:r>
            <a:r>
              <a:rPr lang="es-ES" sz="2400" b="1" i="1" spc="-100" dirty="0" err="1">
                <a:latin typeface="Trebuchet MS" panose="020B0603020202020204" pitchFamily="34" charset="0"/>
              </a:rPr>
              <a:t>Dataset</a:t>
            </a:r>
            <a:endParaRPr lang="es-CL" sz="2400" b="1" i="1" spc="-100" dirty="0">
              <a:latin typeface="Trebuchet MS" panose="020B0603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AA1766-871B-5379-66C8-09F1E765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0833" y="6182882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8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A2DAF-F8E0-E603-C431-FDFCEB090D49}"/>
              </a:ext>
            </a:extLst>
          </p:cNvPr>
          <p:cNvSpPr txBox="1"/>
          <p:nvPr/>
        </p:nvSpPr>
        <p:spPr>
          <a:xfrm>
            <a:off x="2891167" y="6123625"/>
            <a:ext cx="85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4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Histogramas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frecuencias</a:t>
            </a:r>
            <a:r>
              <a:rPr lang="en-US" dirty="0">
                <a:latin typeface="Arial Narrow" panose="020B0606020202030204" pitchFamily="34" charset="0"/>
              </a:rPr>
              <a:t> de las </a:t>
            </a:r>
            <a:r>
              <a:rPr lang="en-US" dirty="0" err="1">
                <a:latin typeface="Arial Narrow" panose="020B0606020202030204" pitchFamily="34" charset="0"/>
              </a:rPr>
              <a:t>características</a:t>
            </a:r>
            <a:r>
              <a:rPr lang="en-US" dirty="0">
                <a:latin typeface="Arial Narrow" panose="020B0606020202030204" pitchFamily="34" charset="0"/>
              </a:rPr>
              <a:t> del </a:t>
            </a:r>
            <a:r>
              <a:rPr lang="en-US" i="1" dirty="0">
                <a:latin typeface="Arial Narrow" panose="020B0606020202030204" pitchFamily="34" charset="0"/>
              </a:rPr>
              <a:t>Dataset</a:t>
            </a:r>
            <a:r>
              <a:rPr lang="en-US" dirty="0">
                <a:latin typeface="Arial Narrow" panose="020B0606020202030204" pitchFamily="34" charset="0"/>
              </a:rPr>
              <a:t> general.</a:t>
            </a:r>
            <a:endParaRPr lang="en-US" i="1" dirty="0">
              <a:latin typeface="Arial Narrow" panose="020B0606020202030204" pitchFamily="34" charset="0"/>
            </a:endParaRP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1D903BDD-E4B4-7E58-DA49-5C643C06F33B}"/>
              </a:ext>
            </a:extLst>
          </p:cNvPr>
          <p:cNvSpPr txBox="1"/>
          <p:nvPr/>
        </p:nvSpPr>
        <p:spPr>
          <a:xfrm>
            <a:off x="1549740" y="260823"/>
            <a:ext cx="676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02 Problema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98462-B278-1F17-EE0F-CB63B6D3EF3A}"/>
              </a:ext>
            </a:extLst>
          </p:cNvPr>
          <p:cNvSpPr txBox="1"/>
          <p:nvPr/>
        </p:nvSpPr>
        <p:spPr>
          <a:xfrm>
            <a:off x="1549740" y="598229"/>
            <a:ext cx="9804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Clasificación de morfologías de rocas en nubes de puntos 3D para entornos virtuales de simulación minera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54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7F70D-5219-895C-7D3A-FBAD6F8B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460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9</a:t>
            </a:fld>
            <a:endParaRPr lang="es-CL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A074E-CC4B-F970-A0E5-BA9E43AA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642" y="1726719"/>
            <a:ext cx="4660055" cy="374915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93710089-0E89-BCBA-5AB1-2CE4E600E16F}"/>
              </a:ext>
            </a:extLst>
          </p:cNvPr>
          <p:cNvSpPr txBox="1"/>
          <p:nvPr/>
        </p:nvSpPr>
        <p:spPr>
          <a:xfrm>
            <a:off x="-81955" y="2828835"/>
            <a:ext cx="2133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Análisis de Características del </a:t>
            </a:r>
            <a:r>
              <a:rPr lang="es-ES" sz="2400" b="1" i="1" spc="-100" dirty="0" err="1">
                <a:latin typeface="Trebuchet MS" panose="020B0603020202020204" pitchFamily="34" charset="0"/>
              </a:rPr>
              <a:t>Dataset</a:t>
            </a:r>
            <a:endParaRPr lang="es-CL" sz="2400" b="1" i="1" spc="-100" dirty="0">
              <a:latin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7A0D7E-D3C9-FC7D-5601-1C5B8D155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57" y="1686684"/>
            <a:ext cx="6103103" cy="35906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40817-9AE9-8AAB-0472-021919F13658}"/>
              </a:ext>
            </a:extLst>
          </p:cNvPr>
          <p:cNvSpPr txBox="1"/>
          <p:nvPr/>
        </p:nvSpPr>
        <p:spPr>
          <a:xfrm>
            <a:off x="1703236" y="5411388"/>
            <a:ext cx="4769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5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Matriz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correlación</a:t>
            </a:r>
            <a:r>
              <a:rPr lang="en-US" dirty="0">
                <a:latin typeface="Arial Narrow" panose="020B0606020202030204" pitchFamily="34" charset="0"/>
              </a:rPr>
              <a:t> de las </a:t>
            </a:r>
            <a:r>
              <a:rPr lang="en-US" dirty="0" err="1">
                <a:latin typeface="Arial Narrow" panose="020B0606020202030204" pitchFamily="34" charset="0"/>
              </a:rPr>
              <a:t>características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fundamentales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E2F8E7-B587-C0F7-7763-816FEBC583BE}"/>
              </a:ext>
            </a:extLst>
          </p:cNvPr>
          <p:cNvSpPr txBox="1"/>
          <p:nvPr/>
        </p:nvSpPr>
        <p:spPr>
          <a:xfrm>
            <a:off x="7422539" y="5433020"/>
            <a:ext cx="4769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6</a:t>
            </a:r>
            <a:r>
              <a:rPr lang="en-US" dirty="0">
                <a:latin typeface="Arial Narrow" panose="020B0606020202030204" pitchFamily="34" charset="0"/>
              </a:rPr>
              <a:t>. Valores </a:t>
            </a:r>
            <a:r>
              <a:rPr lang="en-US" dirty="0" err="1">
                <a:latin typeface="Arial Narrow" panose="020B0606020202030204" pitchFamily="34" charset="0"/>
              </a:rPr>
              <a:t>atípicos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en</a:t>
            </a:r>
            <a:r>
              <a:rPr lang="en-US" dirty="0">
                <a:latin typeface="Arial Narrow" panose="020B0606020202030204" pitchFamily="34" charset="0"/>
              </a:rPr>
              <a:t> la d</a:t>
            </a:r>
            <a:r>
              <a:rPr lang="es-ES" dirty="0" err="1">
                <a:latin typeface="Arial Narrow" panose="020B0606020202030204" pitchFamily="34" charset="0"/>
              </a:rPr>
              <a:t>istribución</a:t>
            </a:r>
            <a:r>
              <a:rPr lang="es-ES" dirty="0">
                <a:latin typeface="Arial Narrow" panose="020B0606020202030204" pitchFamily="34" charset="0"/>
              </a:rPr>
              <a:t> y dispersión de las cinco características calculadas para las nubes de puntos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44091-68BC-FA99-C500-2CFBEF355EC9}"/>
              </a:ext>
            </a:extLst>
          </p:cNvPr>
          <p:cNvSpPr txBox="1"/>
          <p:nvPr/>
        </p:nvSpPr>
        <p:spPr>
          <a:xfrm>
            <a:off x="1549740" y="598229"/>
            <a:ext cx="9804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Clasificación de morfologías de rocas en nubes de puntos 3D para entornos virtuales de simulación minera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44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CA702-342E-C11D-CA58-41A69F6A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800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10</a:t>
            </a:fld>
            <a:endParaRPr lang="es-CL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E994A-0605-3936-D7C6-04F4C10F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37" y="1263686"/>
            <a:ext cx="4564493" cy="4088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5BB6B-6F86-E112-0D5D-41B32CADF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947" y="1263686"/>
            <a:ext cx="5843510" cy="43306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BE7C2D-3C28-ED12-FD34-62098E32DBF0}"/>
              </a:ext>
            </a:extLst>
          </p:cNvPr>
          <p:cNvSpPr txBox="1"/>
          <p:nvPr/>
        </p:nvSpPr>
        <p:spPr>
          <a:xfrm>
            <a:off x="619485" y="5483875"/>
            <a:ext cx="4769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7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Componentes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Principales</a:t>
            </a:r>
            <a:r>
              <a:rPr lang="en-US" dirty="0">
                <a:latin typeface="Arial Narrow" panose="020B0606020202030204" pitchFamily="34" charset="0"/>
              </a:rPr>
              <a:t> (PCA) para </a:t>
            </a:r>
            <a:r>
              <a:rPr lang="en-US" dirty="0" err="1">
                <a:latin typeface="Arial Narrow" panose="020B0606020202030204" pitchFamily="34" charset="0"/>
              </a:rPr>
              <a:t>tres</a:t>
            </a:r>
            <a:r>
              <a:rPr lang="en-US" dirty="0">
                <a:latin typeface="Arial Narrow" panose="020B0606020202030204" pitchFamily="34" charset="0"/>
              </a:rPr>
              <a:t> components </a:t>
            </a:r>
            <a:r>
              <a:rPr lang="en-US" dirty="0" err="1">
                <a:latin typeface="Arial Narrow" panose="020B0606020202030204" pitchFamily="34" charset="0"/>
              </a:rPr>
              <a:t>principales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5EBFA-7F47-94C7-2A8F-EF5B02182BAA}"/>
              </a:ext>
            </a:extLst>
          </p:cNvPr>
          <p:cNvSpPr txBox="1"/>
          <p:nvPr/>
        </p:nvSpPr>
        <p:spPr>
          <a:xfrm>
            <a:off x="5925971" y="5480114"/>
            <a:ext cx="4769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8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i="1" dirty="0">
                <a:latin typeface="Arial Narrow" panose="020B0606020202030204" pitchFamily="34" charset="0"/>
              </a:rPr>
              <a:t>Clustering </a:t>
            </a:r>
            <a:r>
              <a:rPr lang="en-US" dirty="0" err="1">
                <a:latin typeface="Arial Narrow" panose="020B0606020202030204" pitchFamily="34" charset="0"/>
              </a:rPr>
              <a:t>empleando</a:t>
            </a:r>
            <a:r>
              <a:rPr lang="en-US" dirty="0">
                <a:latin typeface="Arial Narrow" panose="020B0606020202030204" pitchFamily="34" charset="0"/>
              </a:rPr>
              <a:t> con </a:t>
            </a:r>
            <a:r>
              <a:rPr lang="en-US" dirty="0" err="1">
                <a:latin typeface="Arial Narrow" panose="020B0606020202030204" pitchFamily="34" charset="0"/>
              </a:rPr>
              <a:t>KMeans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5A8AD-5FF3-ADC0-D17D-7C957BEA8B24}"/>
              </a:ext>
            </a:extLst>
          </p:cNvPr>
          <p:cNvSpPr txBox="1"/>
          <p:nvPr/>
        </p:nvSpPr>
        <p:spPr>
          <a:xfrm>
            <a:off x="1549740" y="598229"/>
            <a:ext cx="9804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Clasificación de morfologías de rocas en nubes de puntos 3D para entornos virtuales de simulación minera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4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5BF6C-3F09-C23F-4DC8-57F88C7A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399" y="6164648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11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F7C4725F-27F7-5921-CA38-19757DCA5559}"/>
              </a:ext>
            </a:extLst>
          </p:cNvPr>
          <p:cNvSpPr txBox="1"/>
          <p:nvPr/>
        </p:nvSpPr>
        <p:spPr>
          <a:xfrm>
            <a:off x="1450801" y="475300"/>
            <a:ext cx="7983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Reducción de dimensionalidad mediante PCA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F0533-5127-28DE-795D-F92D2114C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222" y="1156477"/>
            <a:ext cx="5057578" cy="3920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0BB6AC-7B74-9E7C-DF16-3A420D739BD4}"/>
              </a:ext>
            </a:extLst>
          </p:cNvPr>
          <p:cNvSpPr txBox="1"/>
          <p:nvPr/>
        </p:nvSpPr>
        <p:spPr>
          <a:xfrm>
            <a:off x="1343222" y="5266550"/>
            <a:ext cx="4769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9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Matriz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correlación</a:t>
            </a:r>
            <a:r>
              <a:rPr lang="en-US" dirty="0">
                <a:latin typeface="Arial Narrow" panose="020B0606020202030204" pitchFamily="34" charset="0"/>
              </a:rPr>
              <a:t> de las </a:t>
            </a:r>
            <a:r>
              <a:rPr lang="en-US" dirty="0" err="1">
                <a:latin typeface="Arial Narrow" panose="020B0606020202030204" pitchFamily="34" charset="0"/>
              </a:rPr>
              <a:t>características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fundamentales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5B3C4C-B6A6-01C1-247B-C31EA544503C}"/>
              </a:ext>
            </a:extLst>
          </p:cNvPr>
          <p:cNvSpPr txBox="1"/>
          <p:nvPr/>
        </p:nvSpPr>
        <p:spPr>
          <a:xfrm>
            <a:off x="7143758" y="5128050"/>
            <a:ext cx="4769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10</a:t>
            </a:r>
            <a:r>
              <a:rPr lang="en-US" dirty="0">
                <a:latin typeface="Arial Narrow" panose="020B0606020202030204" pitchFamily="34" charset="0"/>
              </a:rPr>
              <a:t>. Valores </a:t>
            </a:r>
            <a:r>
              <a:rPr lang="en-US" dirty="0" err="1">
                <a:latin typeface="Arial Narrow" panose="020B0606020202030204" pitchFamily="34" charset="0"/>
              </a:rPr>
              <a:t>atípicos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en</a:t>
            </a:r>
            <a:r>
              <a:rPr lang="en-US" dirty="0">
                <a:latin typeface="Arial Narrow" panose="020B0606020202030204" pitchFamily="34" charset="0"/>
              </a:rPr>
              <a:t> la d</a:t>
            </a:r>
            <a:r>
              <a:rPr lang="es-ES" dirty="0" err="1">
                <a:latin typeface="Arial Narrow" panose="020B0606020202030204" pitchFamily="34" charset="0"/>
              </a:rPr>
              <a:t>istribución</a:t>
            </a:r>
            <a:r>
              <a:rPr lang="es-ES" dirty="0">
                <a:latin typeface="Arial Narrow" panose="020B0606020202030204" pitchFamily="34" charset="0"/>
              </a:rPr>
              <a:t> y dispersión de las cinco características calculadas para las nubes de puntos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F50554-D6B0-9F19-3AFD-B7967D30B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55" y="1540721"/>
            <a:ext cx="5270089" cy="310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9100-0778-D750-EEF5-852971F4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EAB0F-1822-5C1F-58FF-868E11B3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124839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12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A58688-BD2E-459C-481C-F9692B420D32}"/>
              </a:ext>
            </a:extLst>
          </p:cNvPr>
          <p:cNvSpPr txBox="1"/>
          <p:nvPr/>
        </p:nvSpPr>
        <p:spPr>
          <a:xfrm>
            <a:off x="3373836" y="5449806"/>
            <a:ext cx="4769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11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Componentes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Principales</a:t>
            </a:r>
            <a:r>
              <a:rPr lang="en-US" dirty="0">
                <a:latin typeface="Arial Narrow" panose="020B0606020202030204" pitchFamily="34" charset="0"/>
              </a:rPr>
              <a:t> (PCA) para dos components </a:t>
            </a:r>
            <a:r>
              <a:rPr lang="en-US" dirty="0" err="1">
                <a:latin typeface="Arial Narrow" panose="020B0606020202030204" pitchFamily="34" charset="0"/>
              </a:rPr>
              <a:t>principales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970EC5B1-10D4-9D77-F57C-6AF5A70E19FA}"/>
              </a:ext>
            </a:extLst>
          </p:cNvPr>
          <p:cNvSpPr txBox="1"/>
          <p:nvPr/>
        </p:nvSpPr>
        <p:spPr>
          <a:xfrm>
            <a:off x="1829371" y="487548"/>
            <a:ext cx="7983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Reducción de dimensionalidad mediante PCA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8D0F5E-7F8F-4D2E-6148-C048885B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472" y="1147263"/>
            <a:ext cx="4887951" cy="410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3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A58D-E43B-1092-7E67-65BB4546A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262BC-1EDF-B69B-2CCA-0C7067C6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683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13</a:t>
            </a:fld>
            <a:endParaRPr lang="es-CL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CEE59-BE6A-615A-B0C0-42EBAD5B099D}"/>
              </a:ext>
            </a:extLst>
          </p:cNvPr>
          <p:cNvSpPr txBox="1"/>
          <p:nvPr/>
        </p:nvSpPr>
        <p:spPr>
          <a:xfrm>
            <a:off x="993576" y="5525353"/>
            <a:ext cx="9308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12</a:t>
            </a:r>
            <a:r>
              <a:rPr lang="en-US" dirty="0">
                <a:latin typeface="Arial Narrow" panose="020B0606020202030204" pitchFamily="34" charset="0"/>
              </a:rPr>
              <a:t>.Análisis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DBScan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US" i="1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36061-5F55-B9B4-42A0-C362CD40350B}"/>
              </a:ext>
            </a:extLst>
          </p:cNvPr>
          <p:cNvSpPr txBox="1"/>
          <p:nvPr/>
        </p:nvSpPr>
        <p:spPr>
          <a:xfrm>
            <a:off x="7310924" y="5301744"/>
            <a:ext cx="442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13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DBScan</a:t>
            </a:r>
            <a:r>
              <a:rPr lang="en-US" dirty="0">
                <a:latin typeface="Arial Narrow" panose="020B0606020202030204" pitchFamily="34" charset="0"/>
              </a:rPr>
              <a:t> Mejorado.</a:t>
            </a:r>
            <a:endParaRPr lang="en-US" i="1" dirty="0">
              <a:latin typeface="Arial Narrow" panose="020B0606020202030204" pitchFamily="34" charset="0"/>
            </a:endParaRP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010740C0-D035-A5E1-6429-F85E3F983850}"/>
              </a:ext>
            </a:extLst>
          </p:cNvPr>
          <p:cNvSpPr txBox="1"/>
          <p:nvPr/>
        </p:nvSpPr>
        <p:spPr>
          <a:xfrm>
            <a:off x="1294684" y="216768"/>
            <a:ext cx="10741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03. Aplicación de técnicas de aprendizaje supervisado-no.</a:t>
            </a:r>
          </a:p>
          <a:p>
            <a:r>
              <a:rPr lang="es-ES" sz="2400" b="1" spc="-100" dirty="0">
                <a:latin typeface="Trebuchet MS" panose="020B0603020202020204" pitchFamily="34" charset="0"/>
              </a:rPr>
              <a:t> Extracción de </a:t>
            </a:r>
            <a:r>
              <a:rPr lang="es-ES" sz="2400" b="1" spc="-100" dirty="0" err="1">
                <a:latin typeface="Trebuchet MS" panose="020B0603020202020204" pitchFamily="34" charset="0"/>
              </a:rPr>
              <a:t>clusters</a:t>
            </a:r>
            <a:r>
              <a:rPr lang="es-ES" sz="2400" b="1" spc="-100" dirty="0">
                <a:latin typeface="Trebuchet MS" panose="020B0603020202020204" pitchFamily="34" charset="0"/>
              </a:rPr>
              <a:t> </a:t>
            </a:r>
            <a:r>
              <a:rPr lang="es-ES" sz="24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DBScan</a:t>
            </a:r>
            <a:endParaRPr lang="es-ES" sz="2400" b="1" spc="-1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6F4EE-50E1-5338-3D0C-BACED8F4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37" y="1103165"/>
            <a:ext cx="5069796" cy="4198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586C0A-4EE1-8750-1031-6D1F91AC0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95" y="1158564"/>
            <a:ext cx="5559104" cy="40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7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5965-5FD3-2EE3-41E5-1B937755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7791" y="6151156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14</a:t>
            </a:fld>
            <a:endParaRPr lang="es-CL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DA7A0-A0B1-0147-09CD-D48DD8E5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37" y="1322558"/>
            <a:ext cx="4980154" cy="4212883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8768C3E8-ED2A-5652-528F-7B89D9E40E67}"/>
              </a:ext>
            </a:extLst>
          </p:cNvPr>
          <p:cNvSpPr txBox="1"/>
          <p:nvPr/>
        </p:nvSpPr>
        <p:spPr>
          <a:xfrm>
            <a:off x="1599338" y="286367"/>
            <a:ext cx="1059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latin typeface="Trebuchet MS" panose="020B0603020202020204" pitchFamily="34" charset="0"/>
              </a:rPr>
              <a:t>03. Aplicación de técnicas de aprendizaje supervisado-no.</a:t>
            </a:r>
          </a:p>
          <a:p>
            <a:r>
              <a:rPr lang="es-ES" sz="2400" b="1" spc="-100" dirty="0">
                <a:latin typeface="Trebuchet MS" panose="020B0603020202020204" pitchFamily="34" charset="0"/>
              </a:rPr>
              <a:t>Extracción de </a:t>
            </a:r>
            <a:r>
              <a:rPr lang="es-ES" sz="2400" b="1" spc="-100" dirty="0" err="1">
                <a:latin typeface="Trebuchet MS" panose="020B0603020202020204" pitchFamily="34" charset="0"/>
              </a:rPr>
              <a:t>clusters</a:t>
            </a:r>
            <a:r>
              <a:rPr lang="es-ES" sz="2400" b="1" spc="-100" dirty="0"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K-</a:t>
            </a:r>
            <a:r>
              <a:rPr lang="es-ES" sz="24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Means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652EA-BD37-8B7E-C272-6C2B97F8AA3A}"/>
              </a:ext>
            </a:extLst>
          </p:cNvPr>
          <p:cNvSpPr txBox="1"/>
          <p:nvPr/>
        </p:nvSpPr>
        <p:spPr>
          <a:xfrm>
            <a:off x="1411221" y="5568435"/>
            <a:ext cx="4769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14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i="1" dirty="0">
                <a:latin typeface="Arial Narrow" panose="020B0606020202030204" pitchFamily="34" charset="0"/>
              </a:rPr>
              <a:t>Clustering </a:t>
            </a:r>
            <a:r>
              <a:rPr lang="en-US" dirty="0" err="1">
                <a:latin typeface="Arial Narrow" panose="020B0606020202030204" pitchFamily="34" charset="0"/>
              </a:rPr>
              <a:t>mediante</a:t>
            </a:r>
            <a:r>
              <a:rPr lang="en-US" dirty="0">
                <a:latin typeface="Arial Narrow" panose="020B0606020202030204" pitchFamily="34" charset="0"/>
              </a:rPr>
              <a:t> k-means.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84B966-30AA-9A83-2336-B310338A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065" y="1322558"/>
            <a:ext cx="5515623" cy="4038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1D7154-198E-BFD2-48DE-774BB0FFF0BB}"/>
              </a:ext>
            </a:extLst>
          </p:cNvPr>
          <p:cNvSpPr txBox="1"/>
          <p:nvPr/>
        </p:nvSpPr>
        <p:spPr>
          <a:xfrm>
            <a:off x="6721106" y="5504825"/>
            <a:ext cx="4769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15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i="1" dirty="0">
                <a:latin typeface="Arial Narrow" panose="020B0606020202030204" pitchFamily="34" charset="0"/>
              </a:rPr>
              <a:t>Clustering </a:t>
            </a:r>
            <a:r>
              <a:rPr lang="en-US" dirty="0" err="1">
                <a:latin typeface="Arial Narrow" panose="020B0606020202030204" pitchFamily="34" charset="0"/>
              </a:rPr>
              <a:t>mediante</a:t>
            </a:r>
            <a:r>
              <a:rPr lang="en-US" dirty="0">
                <a:latin typeface="Arial Narrow" panose="020B0606020202030204" pitchFamily="34" charset="0"/>
              </a:rPr>
              <a:t> k-means (no </a:t>
            </a:r>
            <a:r>
              <a:rPr lang="en-US" dirty="0" err="1">
                <a:latin typeface="Arial Narrow" panose="020B0606020202030204" pitchFamily="34" charset="0"/>
              </a:rPr>
              <a:t>muestra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mejora</a:t>
            </a:r>
            <a:r>
              <a:rPr lang="en-US" dirty="0">
                <a:latin typeface="Arial Narrow" panose="020B0606020202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7862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5">
            <a:extLst>
              <a:ext uri="{FF2B5EF4-FFF2-40B4-BE49-F238E27FC236}">
                <a16:creationId xmlns:a16="http://schemas.microsoft.com/office/drawing/2014/main" id="{E8E35A1A-3483-2B9E-C4E3-43CA139BBD6F}"/>
              </a:ext>
            </a:extLst>
          </p:cNvPr>
          <p:cNvSpPr txBox="1"/>
          <p:nvPr/>
        </p:nvSpPr>
        <p:spPr>
          <a:xfrm>
            <a:off x="1510129" y="202943"/>
            <a:ext cx="8760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latin typeface="Trebuchet MS" panose="020B0603020202020204" pitchFamily="34" charset="0"/>
              </a:rPr>
              <a:t>03. Aplicación de técnicas de aprendizaje supervisado-no.</a:t>
            </a:r>
          </a:p>
          <a:p>
            <a:r>
              <a:rPr lang="es-ES" sz="2400" b="1" spc="-100" dirty="0">
                <a:latin typeface="Trebuchet MS" panose="020B0603020202020204" pitchFamily="34" charset="0"/>
              </a:rPr>
              <a:t>Extracción de </a:t>
            </a:r>
            <a:r>
              <a:rPr lang="es-ES" sz="2400" b="1" spc="-100" dirty="0" err="1">
                <a:latin typeface="Trebuchet MS" panose="020B0603020202020204" pitchFamily="34" charset="0"/>
              </a:rPr>
              <a:t>clusters</a:t>
            </a:r>
            <a:r>
              <a:rPr lang="es-ES" sz="2400" b="1" spc="-100" dirty="0"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Mean-Shift 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850E8BE-B91F-B21C-E6CC-09D4648B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800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15</a:t>
            </a:fld>
            <a:endParaRPr lang="es-CL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06B86-8AD6-ADD9-23C7-1DCD02793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11" y="1126273"/>
            <a:ext cx="5154480" cy="4314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2CCD7-A8FA-C273-29AC-50E4DA4CE0C6}"/>
              </a:ext>
            </a:extLst>
          </p:cNvPr>
          <p:cNvSpPr txBox="1"/>
          <p:nvPr/>
        </p:nvSpPr>
        <p:spPr>
          <a:xfrm>
            <a:off x="1021636" y="5408561"/>
            <a:ext cx="442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16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DBScan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mean-Shift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CF0F00-4520-0F44-5A8A-4F251F086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249698"/>
            <a:ext cx="5681259" cy="41914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218407-FC8D-A693-47FC-AD33921AFC5B}"/>
              </a:ext>
            </a:extLst>
          </p:cNvPr>
          <p:cNvSpPr txBox="1"/>
          <p:nvPr/>
        </p:nvSpPr>
        <p:spPr>
          <a:xfrm>
            <a:off x="6722918" y="5408560"/>
            <a:ext cx="442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17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DBScan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mean-Shift (no </a:t>
            </a:r>
            <a:r>
              <a:rPr lang="en-US" i="1" dirty="0" err="1">
                <a:latin typeface="Arial Narrow" panose="020B0606020202030204" pitchFamily="34" charset="0"/>
              </a:rPr>
              <a:t>muestra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  <a:r>
              <a:rPr lang="en-US" i="1" dirty="0" err="1">
                <a:latin typeface="Arial Narrow" panose="020B0606020202030204" pitchFamily="34" charset="0"/>
              </a:rPr>
              <a:t>mejora</a:t>
            </a:r>
            <a:r>
              <a:rPr lang="en-US" i="1" dirty="0">
                <a:latin typeface="Arial Narrow" panose="020B0606020202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4739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5">
            <a:extLst>
              <a:ext uri="{FF2B5EF4-FFF2-40B4-BE49-F238E27FC236}">
                <a16:creationId xmlns:a16="http://schemas.microsoft.com/office/drawing/2014/main" id="{7F0C956B-489B-7A40-AC1F-0114A0C78A68}"/>
              </a:ext>
            </a:extLst>
          </p:cNvPr>
          <p:cNvSpPr txBox="1"/>
          <p:nvPr/>
        </p:nvSpPr>
        <p:spPr>
          <a:xfrm>
            <a:off x="1599338" y="532308"/>
            <a:ext cx="9228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03. </a:t>
            </a:r>
            <a:r>
              <a:rPr lang="es-ES" sz="2400" b="1" spc="-100" dirty="0">
                <a:latin typeface="Trebuchet MS" panose="020B0603020202020204" pitchFamily="34" charset="0"/>
              </a:rPr>
              <a:t>Aplicación de técnicas de aprendizaje supervisado-no.</a:t>
            </a:r>
          </a:p>
          <a:p>
            <a:r>
              <a:rPr lang="es-ES" sz="2400" b="1" spc="-100" dirty="0">
                <a:latin typeface="Trebuchet MS" panose="020B0603020202020204" pitchFamily="34" charset="0"/>
              </a:rPr>
              <a:t>Extracción de </a:t>
            </a:r>
            <a:r>
              <a:rPr lang="es-ES" sz="2400" b="1" spc="-100" dirty="0" err="1">
                <a:latin typeface="Trebuchet MS" panose="020B0603020202020204" pitchFamily="34" charset="0"/>
              </a:rPr>
              <a:t>clusters</a:t>
            </a:r>
            <a:r>
              <a:rPr lang="es-ES" sz="2400" b="1" spc="-100" dirty="0">
                <a:latin typeface="Trebuchet MS" panose="020B0603020202020204" pitchFamily="34" charset="0"/>
              </a:rPr>
              <a:t> </a:t>
            </a:r>
            <a:r>
              <a:rPr lang="es-ES" sz="2400" b="1" spc="-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Clustering</a:t>
            </a:r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Jerárquico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5B8D8E-8955-24B8-63FC-65DB6D6B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896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16</a:t>
            </a:fld>
            <a:endParaRPr lang="es-CL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1E113A-F647-E4F2-2D49-EBD2CB15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84" y="1435342"/>
            <a:ext cx="4164253" cy="3516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EAC01A-AE8F-DD60-9503-599F0F88E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376" y="1435342"/>
            <a:ext cx="4730435" cy="35167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284C21-BDCD-84A4-7A01-6BD661A3820E}"/>
              </a:ext>
            </a:extLst>
          </p:cNvPr>
          <p:cNvSpPr txBox="1"/>
          <p:nvPr/>
        </p:nvSpPr>
        <p:spPr>
          <a:xfrm>
            <a:off x="1191913" y="4985758"/>
            <a:ext cx="442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18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Clustering</a:t>
            </a:r>
            <a:r>
              <a:rPr lang="en-US" dirty="0">
                <a:latin typeface="Arial Narrow" panose="020B0606020202030204" pitchFamily="34" charset="0"/>
              </a:rPr>
              <a:t>-</a:t>
            </a:r>
            <a:r>
              <a:rPr lang="en-US" dirty="0" err="1">
                <a:latin typeface="Arial Narrow" panose="020B0606020202030204" pitchFamily="34" charset="0"/>
              </a:rPr>
              <a:t>Jerárquico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US" i="1" dirty="0"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03FC6C-3533-411D-8754-53D94AF61FC0}"/>
              </a:ext>
            </a:extLst>
          </p:cNvPr>
          <p:cNvSpPr txBox="1"/>
          <p:nvPr/>
        </p:nvSpPr>
        <p:spPr>
          <a:xfrm>
            <a:off x="6892127" y="4952086"/>
            <a:ext cx="4427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19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Análisis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datos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Clustering</a:t>
            </a:r>
            <a:r>
              <a:rPr lang="en-US" dirty="0">
                <a:latin typeface="Arial Narrow" panose="020B0606020202030204" pitchFamily="34" charset="0"/>
              </a:rPr>
              <a:t>-</a:t>
            </a:r>
            <a:r>
              <a:rPr lang="en-US" dirty="0" err="1">
                <a:latin typeface="Arial Narrow" panose="020B0606020202030204" pitchFamily="34" charset="0"/>
              </a:rPr>
              <a:t>Jerárquico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(no </a:t>
            </a:r>
            <a:r>
              <a:rPr lang="en-US" i="1" dirty="0" err="1">
                <a:latin typeface="Arial Narrow" panose="020B0606020202030204" pitchFamily="34" charset="0"/>
              </a:rPr>
              <a:t>muestra</a:t>
            </a:r>
            <a:r>
              <a:rPr lang="en-US" i="1" dirty="0">
                <a:latin typeface="Arial Narrow" panose="020B0606020202030204" pitchFamily="34" charset="0"/>
              </a:rPr>
              <a:t> </a:t>
            </a:r>
            <a:r>
              <a:rPr lang="en-US" i="1" dirty="0" err="1">
                <a:latin typeface="Arial Narrow" panose="020B0606020202030204" pitchFamily="34" charset="0"/>
              </a:rPr>
              <a:t>mejora</a:t>
            </a:r>
            <a:r>
              <a:rPr lang="en-US" i="1" dirty="0">
                <a:latin typeface="Arial Narrow" panose="020B0606020202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38113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2F36-C6C8-79D3-249C-2276681F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7266A-E32B-A542-A919-B23E5829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7373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17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336B7051-4CFE-4190-E6F3-E965ECC9BFB6}"/>
              </a:ext>
            </a:extLst>
          </p:cNvPr>
          <p:cNvSpPr txBox="1"/>
          <p:nvPr/>
        </p:nvSpPr>
        <p:spPr>
          <a:xfrm>
            <a:off x="1599338" y="532308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Resultados Finales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pic>
        <p:nvPicPr>
          <p:cNvPr id="3" name="Picture 2" descr="A black and white photo of a person in a black box&#10;&#10;AI-generated content may be incorrect.">
            <a:extLst>
              <a:ext uri="{FF2B5EF4-FFF2-40B4-BE49-F238E27FC236}">
                <a16:creationId xmlns:a16="http://schemas.microsoft.com/office/drawing/2014/main" id="{8A141EA5-AFE5-C362-F62A-5B6366B4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1015" y="1633117"/>
            <a:ext cx="7506499" cy="2820944"/>
          </a:xfrm>
          <a:prstGeom prst="rect">
            <a:avLst/>
          </a:prstGeom>
        </p:spPr>
      </p:pic>
      <p:pic>
        <p:nvPicPr>
          <p:cNvPr id="6" name="Picture 5" descr="A grey object on a white background&#10;&#10;AI-generated content may be incorrect.">
            <a:extLst>
              <a:ext uri="{FF2B5EF4-FFF2-40B4-BE49-F238E27FC236}">
                <a16:creationId xmlns:a16="http://schemas.microsoft.com/office/drawing/2014/main" id="{0A1A1064-BB6E-FB95-60F8-8873E9E22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4320"/>
            <a:ext cx="6096000" cy="2784956"/>
          </a:xfrm>
          <a:prstGeom prst="rect">
            <a:avLst/>
          </a:prstGeom>
        </p:spPr>
      </p:pic>
      <p:sp>
        <p:nvSpPr>
          <p:cNvPr id="9" name="CuadroTexto 5">
            <a:extLst>
              <a:ext uri="{FF2B5EF4-FFF2-40B4-BE49-F238E27FC236}">
                <a16:creationId xmlns:a16="http://schemas.microsoft.com/office/drawing/2014/main" id="{FE250F72-DB73-A502-FA55-6B127340B538}"/>
              </a:ext>
            </a:extLst>
          </p:cNvPr>
          <p:cNvSpPr txBox="1"/>
          <p:nvPr/>
        </p:nvSpPr>
        <p:spPr>
          <a:xfrm>
            <a:off x="1599338" y="1026237"/>
            <a:ext cx="750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0" dirty="0">
                <a:latin typeface="Trebuchet MS" panose="020B0603020202020204" pitchFamily="34" charset="0"/>
              </a:rPr>
              <a:t> 1. Se obtuvo un </a:t>
            </a:r>
            <a:r>
              <a:rPr lang="es-ES" b="1" i="1" spc="-100" dirty="0" err="1">
                <a:latin typeface="Trebuchet MS" panose="020B0603020202020204" pitchFamily="34" charset="0"/>
              </a:rPr>
              <a:t>Dataset</a:t>
            </a:r>
            <a:r>
              <a:rPr lang="es-ES" b="1" i="1" spc="-100" dirty="0">
                <a:latin typeface="Trebuchet MS" panose="020B0603020202020204" pitchFamily="34" charset="0"/>
              </a:rPr>
              <a:t> </a:t>
            </a:r>
            <a:r>
              <a:rPr lang="es-ES" b="1" spc="-100" dirty="0">
                <a:latin typeface="Trebuchet MS" panose="020B0603020202020204" pitchFamily="34" charset="0"/>
              </a:rPr>
              <a:t>de nubes de puntos limpias</a:t>
            </a:r>
            <a:endParaRPr lang="es-CL" b="1" i="1" spc="-100" dirty="0">
              <a:latin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F78F8-77BF-6B08-9B49-FC0117A132E7}"/>
              </a:ext>
            </a:extLst>
          </p:cNvPr>
          <p:cNvSpPr txBox="1"/>
          <p:nvPr/>
        </p:nvSpPr>
        <p:spPr>
          <a:xfrm>
            <a:off x="993021" y="4807119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21</a:t>
            </a:r>
            <a:r>
              <a:rPr lang="en-US" dirty="0">
                <a:latin typeface="Arial Narrow" panose="020B0606020202030204" pitchFamily="34" charset="0"/>
              </a:rPr>
              <a:t>.PCD sin EDA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1A0455-60FE-A0AD-EFF6-0BEC7C900BC1}"/>
              </a:ext>
            </a:extLst>
          </p:cNvPr>
          <p:cNvSpPr txBox="1"/>
          <p:nvPr/>
        </p:nvSpPr>
        <p:spPr>
          <a:xfrm>
            <a:off x="7302381" y="4767668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22</a:t>
            </a:r>
            <a:r>
              <a:rPr lang="en-US" dirty="0">
                <a:latin typeface="Arial Narrow" panose="020B0606020202030204" pitchFamily="34" charset="0"/>
              </a:rPr>
              <a:t>.Nube de puntos sin outliers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86E6E73-79FD-6AE9-3024-AD7BCE925AD3}"/>
              </a:ext>
            </a:extLst>
          </p:cNvPr>
          <p:cNvSpPr/>
          <p:nvPr/>
        </p:nvSpPr>
        <p:spPr>
          <a:xfrm>
            <a:off x="5481689" y="2105690"/>
            <a:ext cx="1572322" cy="4125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8B6331-D6AE-A6D5-A0FD-D7391A70DBAE}"/>
              </a:ext>
            </a:extLst>
          </p:cNvPr>
          <p:cNvSpPr/>
          <p:nvPr/>
        </p:nvSpPr>
        <p:spPr>
          <a:xfrm>
            <a:off x="4336573" y="1672060"/>
            <a:ext cx="35188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 </a:t>
            </a:r>
            <a:r>
              <a:rPr lang="en-US" sz="28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Outliers</a:t>
            </a:r>
          </a:p>
        </p:txBody>
      </p:sp>
    </p:spTree>
    <p:extLst>
      <p:ext uri="{BB962C8B-B14F-4D97-AF65-F5344CB8AC3E}">
        <p14:creationId xmlns:p14="http://schemas.microsoft.com/office/powerpoint/2010/main" val="871662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90BC-5322-64F8-7753-2E8AFE48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F87A-8789-8C73-6D61-3EAD924B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18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4563C9E0-996D-5242-F9B7-9ED133080C5F}"/>
              </a:ext>
            </a:extLst>
          </p:cNvPr>
          <p:cNvSpPr txBox="1"/>
          <p:nvPr/>
        </p:nvSpPr>
        <p:spPr>
          <a:xfrm>
            <a:off x="1104101" y="161618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04. </a:t>
            </a:r>
            <a:r>
              <a:rPr lang="es-ES" sz="2400" b="1" spc="-100" dirty="0">
                <a:latin typeface="Trebuchet MS" panose="020B0603020202020204" pitchFamily="34" charset="0"/>
              </a:rPr>
              <a:t>Aplicación de Técnicas de Clasificación </a:t>
            </a:r>
            <a:r>
              <a:rPr lang="es-ES" sz="2400" b="1" spc="-100" dirty="0" err="1">
                <a:latin typeface="Trebuchet MS" panose="020B0603020202020204" pitchFamily="34" charset="0"/>
              </a:rPr>
              <a:t>XGBoost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3DDDD3BD-5C6C-053F-4C35-D666FD9690FB}"/>
              </a:ext>
            </a:extLst>
          </p:cNvPr>
          <p:cNvSpPr txBox="1"/>
          <p:nvPr/>
        </p:nvSpPr>
        <p:spPr>
          <a:xfrm>
            <a:off x="1599336" y="656905"/>
            <a:ext cx="750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0" dirty="0">
                <a:latin typeface="Trebuchet MS" panose="020B0603020202020204" pitchFamily="34" charset="0"/>
              </a:rPr>
              <a:t> 1. Modelo Supervisado </a:t>
            </a:r>
            <a:r>
              <a:rPr lang="es-ES" b="1" spc="-100" dirty="0" err="1">
                <a:latin typeface="Trebuchet MS" panose="020B0603020202020204" pitchFamily="34" charset="0"/>
              </a:rPr>
              <a:t>XGBoost</a:t>
            </a:r>
            <a:endParaRPr lang="es-CL" b="1" i="1" spc="-100" dirty="0"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231EB-80B1-E404-442F-82FB8C40A424}"/>
              </a:ext>
            </a:extLst>
          </p:cNvPr>
          <p:cNvSpPr txBox="1"/>
          <p:nvPr/>
        </p:nvSpPr>
        <p:spPr>
          <a:xfrm>
            <a:off x="292608" y="1210903"/>
            <a:ext cx="62537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Arial Narrow" panose="020B0606020202030204" pitchFamily="34" charset="0"/>
              </a:rPr>
              <a:t>Input</a:t>
            </a:r>
            <a:r>
              <a:rPr lang="en-US" dirty="0">
                <a:latin typeface="Arial Narrow" panose="020B0606020202030204" pitchFamily="34" charset="0"/>
              </a:rPr>
              <a:t>: 5 </a:t>
            </a:r>
            <a:r>
              <a:rPr lang="en-US" dirty="0" err="1">
                <a:latin typeface="Arial Narrow" panose="020B0606020202030204" pitchFamily="34" charset="0"/>
              </a:rPr>
              <a:t>características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globales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por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nube</a:t>
            </a:r>
            <a:r>
              <a:rPr lang="en-US" dirty="0">
                <a:latin typeface="Arial Narrow" panose="020B0606020202030204" pitchFamily="34" charset="0"/>
              </a:rPr>
              <a:t>(</a:t>
            </a:r>
            <a:r>
              <a:rPr lang="en-US" dirty="0" err="1">
                <a:latin typeface="Arial Narrow" panose="020B0606020202030204" pitchFamily="34" charset="0"/>
              </a:rPr>
              <a:t>altura_norm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densidad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curvatura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normal_z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 err="1">
                <a:latin typeface="Arial Narrow" panose="020B0606020202030204" pitchFamily="34" charset="0"/>
              </a:rPr>
              <a:t>intensidad</a:t>
            </a:r>
            <a:r>
              <a:rPr lang="en-US" dirty="0">
                <a:latin typeface="Arial Narrow" panose="020B0606020202030204" pitchFamily="34" charset="0"/>
              </a:rPr>
              <a:t>).</a:t>
            </a:r>
          </a:p>
          <a:p>
            <a:r>
              <a:rPr lang="en-US" dirty="0">
                <a:latin typeface="Arial Narrow" panose="020B0606020202030204" pitchFamily="34" charset="0"/>
              </a:rPr>
              <a:t>Pseudo‐</a:t>
            </a:r>
            <a:r>
              <a:rPr lang="en-US" dirty="0" err="1">
                <a:latin typeface="Arial Narrow" panose="020B0606020202030204" pitchFamily="34" charset="0"/>
              </a:rPr>
              <a:t>etiquetas</a:t>
            </a:r>
            <a:r>
              <a:rPr lang="en-US" dirty="0">
                <a:latin typeface="Arial Narrow" panose="020B0606020202030204" pitchFamily="34" charset="0"/>
              </a:rPr>
              <a:t>: K-Means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i="1" dirty="0">
                <a:latin typeface="Arial Narrow" panose="020B0606020202030204" pitchFamily="34" charset="0"/>
              </a:rPr>
              <a:t>clusters</a:t>
            </a:r>
            <a:r>
              <a:rPr lang="en-US" dirty="0">
                <a:latin typeface="Arial Narrow" panose="020B0606020202030204" pitchFamily="34" charset="0"/>
              </a:rPr>
              <a:t> con mayor </a:t>
            </a:r>
            <a:r>
              <a:rPr lang="en-US" dirty="0" err="1">
                <a:latin typeface="Arial Narrow" panose="020B0606020202030204" pitchFamily="34" charset="0"/>
              </a:rPr>
              <a:t>curvatura</a:t>
            </a:r>
            <a:r>
              <a:rPr lang="en-US" dirty="0">
                <a:latin typeface="Arial Narrow" panose="020B0606020202030204" pitchFamily="34" charset="0"/>
              </a:rPr>
              <a:t> media se </a:t>
            </a:r>
            <a:r>
              <a:rPr lang="en-US" dirty="0" err="1">
                <a:latin typeface="Arial Narrow" panose="020B0606020202030204" pitchFamily="34" charset="0"/>
              </a:rPr>
              <a:t>consideran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roca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Entrenamiento</a:t>
            </a:r>
            <a:r>
              <a:rPr lang="en-US" dirty="0">
                <a:latin typeface="Arial Narrow" panose="020B0606020202030204" pitchFamily="34" charset="0"/>
              </a:rPr>
              <a:t>: </a:t>
            </a:r>
            <a:r>
              <a:rPr lang="en-US" dirty="0" err="1">
                <a:latin typeface="Arial Narrow" panose="020B0606020202030204" pitchFamily="34" charset="0"/>
              </a:rPr>
              <a:t>XGBoost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binario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sobre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estas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etiquetas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r>
              <a:rPr lang="en-US" dirty="0">
                <a:latin typeface="Arial Narrow" panose="020B0606020202030204" pitchFamily="34" charset="0"/>
              </a:rPr>
              <a:t>Salida: </a:t>
            </a:r>
            <a:r>
              <a:rPr lang="en-US" dirty="0" err="1">
                <a:latin typeface="Arial Narrow" panose="020B0606020202030204" pitchFamily="34" charset="0"/>
              </a:rPr>
              <a:t>prob_roca</a:t>
            </a:r>
            <a:r>
              <a:rPr lang="en-US" dirty="0">
                <a:latin typeface="Arial Narrow" panose="020B0606020202030204" pitchFamily="34" charset="0"/>
              </a:rPr>
              <a:t> y </a:t>
            </a:r>
            <a:r>
              <a:rPr lang="en-US" dirty="0" err="1">
                <a:latin typeface="Arial Narrow" panose="020B0606020202030204" pitchFamily="34" charset="0"/>
              </a:rPr>
              <a:t>posible_roca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por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nube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r>
              <a:rPr lang="en-US" dirty="0">
                <a:latin typeface="Arial Narrow" panose="020B0606020202030204" pitchFamily="34" charset="0"/>
              </a:rPr>
              <a:t>El </a:t>
            </a:r>
            <a:r>
              <a:rPr lang="en-US" dirty="0" err="1">
                <a:latin typeface="Arial Narrow" panose="020B0606020202030204" pitchFamily="34" charset="0"/>
              </a:rPr>
              <a:t>Objetivo</a:t>
            </a:r>
            <a:r>
              <a:rPr lang="en-US" dirty="0">
                <a:latin typeface="Arial Narrow" panose="020B0606020202030204" pitchFamily="34" charset="0"/>
              </a:rPr>
              <a:t> es </a:t>
            </a:r>
            <a:r>
              <a:rPr lang="en-US" dirty="0" err="1">
                <a:latin typeface="Arial Narrow" panose="020B0606020202030204" pitchFamily="34" charset="0"/>
              </a:rPr>
              <a:t>priorizar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nubes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que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contengan</a:t>
            </a:r>
            <a:r>
              <a:rPr lang="en-US" dirty="0">
                <a:latin typeface="Arial Narrow" panose="020B0606020202030204" pitchFamily="34" charset="0"/>
              </a:rPr>
              <a:t> la mayor </a:t>
            </a:r>
            <a:r>
              <a:rPr lang="en-US" dirty="0" err="1">
                <a:latin typeface="Arial Narrow" panose="020B0606020202030204" pitchFamily="34" charset="0"/>
              </a:rPr>
              <a:t>información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morfología</a:t>
            </a:r>
            <a:r>
              <a:rPr lang="en-US" dirty="0">
                <a:latin typeface="Arial Narrow" panose="020B0606020202030204" pitchFamily="34" charset="0"/>
              </a:rPr>
              <a:t> “</a:t>
            </a:r>
            <a:r>
              <a:rPr lang="en-US" dirty="0" err="1">
                <a:latin typeface="Arial Narrow" panose="020B0606020202030204" pitchFamily="34" charset="0"/>
              </a:rPr>
              <a:t>rocosa</a:t>
            </a:r>
            <a:r>
              <a:rPr lang="en-US" dirty="0">
                <a:latin typeface="Arial Narrow" panose="020B0606020202030204" pitchFamily="34" charset="0"/>
              </a:rPr>
              <a:t>” para </a:t>
            </a:r>
            <a:r>
              <a:rPr lang="en-US" dirty="0" err="1">
                <a:latin typeface="Arial Narrow" panose="020B0606020202030204" pitchFamily="34" charset="0"/>
              </a:rPr>
              <a:t>aplicar</a:t>
            </a:r>
            <a:r>
              <a:rPr lang="en-US" dirty="0">
                <a:latin typeface="Arial Narrow" panose="020B0606020202030204" pitchFamily="34" charset="0"/>
              </a:rPr>
              <a:t> la </a:t>
            </a:r>
            <a:r>
              <a:rPr lang="en-US" dirty="0" err="1">
                <a:latin typeface="Arial Narrow" panose="020B0606020202030204" pitchFamily="34" charset="0"/>
              </a:rPr>
              <a:t>segmentación</a:t>
            </a:r>
            <a:r>
              <a:rPr lang="en-US" dirty="0">
                <a:latin typeface="Arial Narrow" panose="020B0606020202030204" pitchFamily="34" charset="0"/>
              </a:rPr>
              <a:t> 3D.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21DC0F-CF58-8B7D-8EBF-4727A0BDC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2" y="3674728"/>
            <a:ext cx="5487987" cy="29141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D31FE-03A0-AD38-3774-79CA68CE3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843" y="3614166"/>
            <a:ext cx="5487987" cy="3050378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65228C1-DA32-E604-5BB0-163E51670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091764"/>
              </p:ext>
            </p:extLst>
          </p:nvPr>
        </p:nvGraphicFramePr>
        <p:xfrm>
          <a:off x="6832315" y="927132"/>
          <a:ext cx="473151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665">
                  <a:extLst>
                    <a:ext uri="{9D8B030D-6E8A-4147-A177-3AD203B41FA5}">
                      <a16:colId xmlns:a16="http://schemas.microsoft.com/office/drawing/2014/main" val="905838885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412692822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4279752126"/>
                    </a:ext>
                  </a:extLst>
                </a:gridCol>
                <a:gridCol w="1146048">
                  <a:extLst>
                    <a:ext uri="{9D8B030D-6E8A-4147-A177-3AD203B41FA5}">
                      <a16:colId xmlns:a16="http://schemas.microsoft.com/office/drawing/2014/main" val="30540636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0143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13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no_roca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6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658825"/>
                  </a:ext>
                </a:extLst>
              </a:tr>
            </a:tbl>
          </a:graphicData>
        </a:graphic>
      </p:graphicFrame>
      <p:pic>
        <p:nvPicPr>
          <p:cNvPr id="1027" name="Picture 3" descr="Confusion matrix: Precision, Recall, Accuracy, and F1 score. | Download  Scientific Diagram">
            <a:extLst>
              <a:ext uri="{FF2B5EF4-FFF2-40B4-BE49-F238E27FC236}">
                <a16:creationId xmlns:a16="http://schemas.microsoft.com/office/drawing/2014/main" id="{A8D8FB70-EE9A-FCA9-4EF3-2F3087CE9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315" y="2382366"/>
            <a:ext cx="4731513" cy="138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7FB3DC-9250-EE0F-6419-FFB5FB81DC16}"/>
              </a:ext>
            </a:extLst>
          </p:cNvPr>
          <p:cNvSpPr txBox="1"/>
          <p:nvPr/>
        </p:nvSpPr>
        <p:spPr>
          <a:xfrm>
            <a:off x="560604" y="6404226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23</a:t>
            </a:r>
            <a:r>
              <a:rPr lang="en-US" dirty="0">
                <a:latin typeface="Arial Narrow" panose="020B0606020202030204" pitchFamily="34" charset="0"/>
              </a:rPr>
              <a:t>.XGBoost para </a:t>
            </a:r>
            <a:r>
              <a:rPr lang="en-US" dirty="0" err="1">
                <a:latin typeface="Arial Narrow" panose="020B0606020202030204" pitchFamily="34" charset="0"/>
              </a:rPr>
              <a:t>encontrar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imágenes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más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rocosas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C416A-4AF8-9BAB-F674-511BF5665C21}"/>
              </a:ext>
            </a:extLst>
          </p:cNvPr>
          <p:cNvSpPr txBox="1"/>
          <p:nvPr/>
        </p:nvSpPr>
        <p:spPr>
          <a:xfrm>
            <a:off x="6546313" y="6404226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24</a:t>
            </a:r>
            <a:r>
              <a:rPr lang="en-US" dirty="0">
                <a:latin typeface="Arial Narrow" panose="020B0606020202030204" pitchFamily="34" charset="0"/>
              </a:rPr>
              <a:t>.XGBoost para </a:t>
            </a:r>
            <a:r>
              <a:rPr lang="en-US" dirty="0" err="1">
                <a:latin typeface="Arial Narrow" panose="020B0606020202030204" pitchFamily="34" charset="0"/>
              </a:rPr>
              <a:t>encontrar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imágenes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más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rocosas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D9FBC-721C-2124-AE45-9AC1B357AD58}"/>
              </a:ext>
            </a:extLst>
          </p:cNvPr>
          <p:cNvSpPr txBox="1"/>
          <p:nvPr/>
        </p:nvSpPr>
        <p:spPr>
          <a:xfrm>
            <a:off x="7266070" y="524178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Tabla</a:t>
            </a:r>
            <a:r>
              <a:rPr lang="en-US" b="1" dirty="0">
                <a:latin typeface="Arial Narrow" panose="020B0606020202030204" pitchFamily="34" charset="0"/>
              </a:rPr>
              <a:t> 1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Desempeño</a:t>
            </a:r>
            <a:r>
              <a:rPr lang="en-US" dirty="0">
                <a:latin typeface="Arial Narrow" panose="020B0606020202030204" pitchFamily="34" charset="0"/>
              </a:rPr>
              <a:t> de </a:t>
            </a:r>
            <a:r>
              <a:rPr lang="en-US" dirty="0" err="1">
                <a:latin typeface="Arial Narrow" panose="020B0606020202030204" pitchFamily="34" charset="0"/>
              </a:rPr>
              <a:t>los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Modelos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DDD2657-3A53-4735-5D6A-F665DE8C5462}"/>
              </a:ext>
            </a:extLst>
          </p:cNvPr>
          <p:cNvSpPr txBox="1">
            <a:spLocks/>
          </p:cNvSpPr>
          <p:nvPr/>
        </p:nvSpPr>
        <p:spPr>
          <a:xfrm>
            <a:off x="9417263" y="6173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pPr/>
              <a:t>18</a:t>
            </a:fld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04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BF45-631E-E6CD-0DB3-0534734E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079EE-8682-8B8F-B385-1CED223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92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19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47E9DE8B-9B1B-3A93-3650-D19CE9443CD7}"/>
              </a:ext>
            </a:extLst>
          </p:cNvPr>
          <p:cNvSpPr txBox="1"/>
          <p:nvPr/>
        </p:nvSpPr>
        <p:spPr>
          <a:xfrm>
            <a:off x="1599337" y="228525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Resultados Finales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A2EBA9AC-24DC-8218-8479-DB7346D78683}"/>
              </a:ext>
            </a:extLst>
          </p:cNvPr>
          <p:cNvSpPr txBox="1"/>
          <p:nvPr/>
        </p:nvSpPr>
        <p:spPr>
          <a:xfrm>
            <a:off x="1599336" y="656905"/>
            <a:ext cx="750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0" dirty="0">
                <a:latin typeface="Trebuchet MS" panose="020B0603020202020204" pitchFamily="34" charset="0"/>
              </a:rPr>
              <a:t> 1. </a:t>
            </a:r>
            <a:r>
              <a:rPr lang="en-US" b="1" spc="-100" dirty="0" err="1">
                <a:latin typeface="Trebuchet MS" panose="020B0603020202020204" pitchFamily="34" charset="0"/>
              </a:rPr>
              <a:t>Segmentación</a:t>
            </a:r>
            <a:r>
              <a:rPr lang="en-US" b="1" spc="-100" dirty="0">
                <a:latin typeface="Trebuchet MS" panose="020B0603020202020204" pitchFamily="34" charset="0"/>
              </a:rPr>
              <a:t> 3D de </a:t>
            </a:r>
            <a:r>
              <a:rPr lang="en-US" b="1" spc="-100" dirty="0" err="1">
                <a:latin typeface="Trebuchet MS" panose="020B0603020202020204" pitchFamily="34" charset="0"/>
              </a:rPr>
              <a:t>rocas</a:t>
            </a:r>
            <a:r>
              <a:rPr lang="en-US" b="1" spc="-100" dirty="0">
                <a:latin typeface="Trebuchet MS" panose="020B0603020202020204" pitchFamily="34" charset="0"/>
              </a:rPr>
              <a:t> (no </a:t>
            </a:r>
            <a:r>
              <a:rPr lang="en-US" b="1" spc="-100" dirty="0" err="1">
                <a:latin typeface="Trebuchet MS" panose="020B0603020202020204" pitchFamily="34" charset="0"/>
              </a:rPr>
              <a:t>supervisado</a:t>
            </a:r>
            <a:r>
              <a:rPr lang="en-US" b="1" spc="-100" dirty="0">
                <a:latin typeface="Trebuchet MS" panose="020B0603020202020204" pitchFamily="34" charset="0"/>
              </a:rPr>
              <a:t>)</a:t>
            </a:r>
            <a:endParaRPr lang="es-CL" b="1" spc="-100" dirty="0"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B8FCF-BCC4-411D-C1ED-D09AE26E4268}"/>
              </a:ext>
            </a:extLst>
          </p:cNvPr>
          <p:cNvSpPr txBox="1"/>
          <p:nvPr/>
        </p:nvSpPr>
        <p:spPr>
          <a:xfrm>
            <a:off x="292608" y="1210903"/>
            <a:ext cx="6253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 Narrow" panose="020B0606020202030204" pitchFamily="34" charset="0"/>
              </a:rPr>
              <a:t>Nube con mayor cantidad de información geomorfológica, 411 seleccionadas por </a:t>
            </a:r>
            <a:r>
              <a:rPr lang="es-ES" dirty="0" err="1">
                <a:latin typeface="Arial Narrow" panose="020B0606020202030204" pitchFamily="34" charset="0"/>
              </a:rPr>
              <a:t>XGBoost</a:t>
            </a:r>
            <a:r>
              <a:rPr lang="es-ES" dirty="0">
                <a:latin typeface="Arial Narrow" panose="020B0606020202030204" pitchFamily="34" charset="0"/>
              </a:rPr>
              <a:t>.</a:t>
            </a:r>
          </a:p>
          <a:p>
            <a:r>
              <a:rPr lang="es-ES" dirty="0">
                <a:latin typeface="Arial Narrow" panose="020B0606020202030204" pitchFamily="34" charset="0"/>
              </a:rPr>
              <a:t>DBSCAN aplicado solo a los objetos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.</a:t>
            </a:r>
          </a:p>
          <a:p>
            <a:r>
              <a:rPr lang="es-ES" dirty="0">
                <a:latin typeface="Arial Narrow" panose="020B0606020202030204" pitchFamily="34" charset="0"/>
              </a:rPr>
              <a:t>Visualización: terreno en gris, rocas en colores distintos.</a:t>
            </a:r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6" name="Picture 5" descr="A blue and grey image of a butterfly&#10;&#10;AI-generated content may be incorrect.">
            <a:extLst>
              <a:ext uri="{FF2B5EF4-FFF2-40B4-BE49-F238E27FC236}">
                <a16:creationId xmlns:a16="http://schemas.microsoft.com/office/drawing/2014/main" id="{2D5C7452-2D17-2D35-477F-88EA7A87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90" y="3382109"/>
            <a:ext cx="6809240" cy="2549353"/>
          </a:xfrm>
          <a:prstGeom prst="rect">
            <a:avLst/>
          </a:prstGeom>
        </p:spPr>
      </p:pic>
      <p:pic>
        <p:nvPicPr>
          <p:cNvPr id="11" name="Picture 10" descr="A computer generated image of a person's face&#10;&#10;AI-generated content may be incorrect.">
            <a:extLst>
              <a:ext uri="{FF2B5EF4-FFF2-40B4-BE49-F238E27FC236}">
                <a16:creationId xmlns:a16="http://schemas.microsoft.com/office/drawing/2014/main" id="{F2A36993-06D2-A269-C009-659F46F18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221" y="136525"/>
            <a:ext cx="4551228" cy="2786357"/>
          </a:xfrm>
          <a:prstGeom prst="rect">
            <a:avLst/>
          </a:prstGeom>
        </p:spPr>
      </p:pic>
      <p:pic>
        <p:nvPicPr>
          <p:cNvPr id="14" name="Picture 13" descr="A black and white image of a couple of blue and brown spots&#10;&#10;AI-generated content may be incorrect.">
            <a:extLst>
              <a:ext uri="{FF2B5EF4-FFF2-40B4-BE49-F238E27FC236}">
                <a16:creationId xmlns:a16="http://schemas.microsoft.com/office/drawing/2014/main" id="{20FC72C2-BFFC-2BF4-1860-99535D65C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084" y="3014882"/>
            <a:ext cx="6065916" cy="29165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EE7D92-3A87-FFEF-FA2D-61C2108AD4ED}"/>
              </a:ext>
            </a:extLst>
          </p:cNvPr>
          <p:cNvSpPr txBox="1"/>
          <p:nvPr/>
        </p:nvSpPr>
        <p:spPr>
          <a:xfrm>
            <a:off x="3631410" y="5929357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26</a:t>
            </a:r>
            <a:r>
              <a:rPr lang="en-US" dirty="0">
                <a:latin typeface="Arial Narrow" panose="020B0606020202030204" pitchFamily="34" charset="0"/>
              </a:rPr>
              <a:t>. DBSCAN para </a:t>
            </a:r>
            <a:r>
              <a:rPr lang="en-US" dirty="0" err="1">
                <a:latin typeface="Arial Narrow" panose="020B0606020202030204" pitchFamily="34" charset="0"/>
              </a:rPr>
              <a:t>encontrar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rocas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D35478-0CE1-8064-23C4-308F1FDA3880}"/>
              </a:ext>
            </a:extLst>
          </p:cNvPr>
          <p:cNvSpPr txBox="1"/>
          <p:nvPr/>
        </p:nvSpPr>
        <p:spPr>
          <a:xfrm>
            <a:off x="7110402" y="3015218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25</a:t>
            </a:r>
            <a:r>
              <a:rPr lang="en-US" dirty="0">
                <a:latin typeface="Arial Narrow" panose="020B0606020202030204" pitchFamily="34" charset="0"/>
              </a:rPr>
              <a:t>. DBSCAN para </a:t>
            </a:r>
            <a:r>
              <a:rPr lang="en-US" dirty="0" err="1">
                <a:latin typeface="Arial Narrow" panose="020B0606020202030204" pitchFamily="34" charset="0"/>
              </a:rPr>
              <a:t>encontrar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rocas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968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4627-723D-26E9-6146-4B9E7BE5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8009-0A29-2D60-81EB-9AFDD720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3352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20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77CE0FE7-625B-2D09-5A19-3F5499BF3DD8}"/>
              </a:ext>
            </a:extLst>
          </p:cNvPr>
          <p:cNvSpPr txBox="1"/>
          <p:nvPr/>
        </p:nvSpPr>
        <p:spPr>
          <a:xfrm>
            <a:off x="1599337" y="228525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Resultados Finales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65A9C416-44FE-29B0-C486-5F5905D4F280}"/>
              </a:ext>
            </a:extLst>
          </p:cNvPr>
          <p:cNvSpPr txBox="1"/>
          <p:nvPr/>
        </p:nvSpPr>
        <p:spPr>
          <a:xfrm>
            <a:off x="1599336" y="656905"/>
            <a:ext cx="750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0" dirty="0">
                <a:latin typeface="Trebuchet MS" panose="020B0603020202020204" pitchFamily="34" charset="0"/>
              </a:rPr>
              <a:t> 1. </a:t>
            </a:r>
            <a:r>
              <a:rPr lang="en-US" b="1" spc="-100" dirty="0" err="1">
                <a:latin typeface="Trebuchet MS" panose="020B0603020202020204" pitchFamily="34" charset="0"/>
              </a:rPr>
              <a:t>Segmentación</a:t>
            </a:r>
            <a:r>
              <a:rPr lang="en-US" b="1" spc="-100" dirty="0">
                <a:latin typeface="Trebuchet MS" panose="020B0603020202020204" pitchFamily="34" charset="0"/>
              </a:rPr>
              <a:t> 3D de </a:t>
            </a:r>
            <a:r>
              <a:rPr lang="en-US" b="1" spc="-100" dirty="0" err="1">
                <a:latin typeface="Trebuchet MS" panose="020B0603020202020204" pitchFamily="34" charset="0"/>
              </a:rPr>
              <a:t>rocas</a:t>
            </a:r>
            <a:r>
              <a:rPr lang="en-US" b="1" spc="-100" dirty="0">
                <a:latin typeface="Trebuchet MS" panose="020B0603020202020204" pitchFamily="34" charset="0"/>
              </a:rPr>
              <a:t> (no </a:t>
            </a:r>
            <a:r>
              <a:rPr lang="en-US" b="1" spc="-100" dirty="0" err="1">
                <a:latin typeface="Trebuchet MS" panose="020B0603020202020204" pitchFamily="34" charset="0"/>
              </a:rPr>
              <a:t>supervisado</a:t>
            </a:r>
            <a:r>
              <a:rPr lang="en-US" b="1" spc="-100" dirty="0">
                <a:latin typeface="Trebuchet MS" panose="020B0603020202020204" pitchFamily="34" charset="0"/>
              </a:rPr>
              <a:t>)</a:t>
            </a:r>
            <a:endParaRPr lang="es-CL" b="1" spc="-100" dirty="0">
              <a:latin typeface="Trebuchet MS" panose="020B0603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05199-76A2-5E40-C64F-301C3F97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136" y="2481795"/>
            <a:ext cx="7741920" cy="4057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1DA719-D62E-8E19-4EF7-8D06963F0F58}"/>
              </a:ext>
            </a:extLst>
          </p:cNvPr>
          <p:cNvSpPr txBox="1"/>
          <p:nvPr/>
        </p:nvSpPr>
        <p:spPr>
          <a:xfrm>
            <a:off x="3329015" y="6251996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Figura</a:t>
            </a:r>
            <a:r>
              <a:rPr lang="en-US" b="1" dirty="0">
                <a:latin typeface="Arial Narrow" panose="020B0606020202030204" pitchFamily="34" charset="0"/>
              </a:rPr>
              <a:t> 27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Clusterin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Jerárquico</a:t>
            </a:r>
            <a:r>
              <a:rPr lang="en-US" dirty="0">
                <a:latin typeface="Arial Narrow" panose="020B0606020202030204" pitchFamily="34" charset="0"/>
              </a:rPr>
              <a:t> para </a:t>
            </a:r>
            <a:r>
              <a:rPr lang="en-US" dirty="0" err="1">
                <a:latin typeface="Arial Narrow" panose="020B0606020202030204" pitchFamily="34" charset="0"/>
              </a:rPr>
              <a:t>encontrar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rocas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B33E9-C8CF-669B-FBEE-27AE36D11BF1}"/>
              </a:ext>
            </a:extLst>
          </p:cNvPr>
          <p:cNvSpPr txBox="1"/>
          <p:nvPr/>
        </p:nvSpPr>
        <p:spPr>
          <a:xfrm>
            <a:off x="6370135" y="313576"/>
            <a:ext cx="609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Hipótesis:</a:t>
            </a:r>
            <a:r>
              <a:rPr lang="es-ES" dirty="0">
                <a:latin typeface="Arial Narrow" panose="020B0606020202030204" pitchFamily="34" charset="0"/>
              </a:rPr>
              <a:t> se pueden identificar características relevantes de los datos como estructuras rocas de la superficie </a:t>
            </a:r>
            <a:r>
              <a:rPr lang="es-ES" b="1" dirty="0">
                <a:latin typeface="Arial Narrow" panose="020B0606020202030204" pitchFamily="34" charset="0"/>
              </a:rPr>
              <a:t>m</a:t>
            </a:r>
            <a:r>
              <a:rPr lang="es-ES" dirty="0">
                <a:latin typeface="Arial Narrow" panose="020B0606020202030204" pitchFamily="34" charset="0"/>
              </a:rPr>
              <a:t>ediante técnicas de </a:t>
            </a:r>
            <a:r>
              <a:rPr lang="es-ES" i="1" dirty="0">
                <a:latin typeface="Arial Narrow" panose="020B0606020202030204" pitchFamily="34" charset="0"/>
              </a:rPr>
              <a:t>Machine </a:t>
            </a:r>
            <a:r>
              <a:rPr lang="es-ES" i="1" dirty="0" err="1">
                <a:latin typeface="Arial Narrow" panose="020B0606020202030204" pitchFamily="34" charset="0"/>
              </a:rPr>
              <a:t>Learning</a:t>
            </a:r>
            <a:r>
              <a:rPr lang="es-ES" i="1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955FF-428D-E49E-6A43-86A2EA050122}"/>
              </a:ext>
            </a:extLst>
          </p:cNvPr>
          <p:cNvSpPr txBox="1"/>
          <p:nvPr/>
        </p:nvSpPr>
        <p:spPr>
          <a:xfrm>
            <a:off x="1009753" y="1512103"/>
            <a:ext cx="92781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 Narrow" panose="020B0606020202030204" pitchFamily="34" charset="0"/>
              </a:rPr>
              <a:t>Nube con mayor cantidad de información geomorfológica, 274 seleccionadas por </a:t>
            </a:r>
            <a:r>
              <a:rPr lang="es-ES" dirty="0" err="1">
                <a:latin typeface="Arial Narrow" panose="020B0606020202030204" pitchFamily="34" charset="0"/>
              </a:rPr>
              <a:t>XGBoost</a:t>
            </a:r>
            <a:r>
              <a:rPr lang="es-ES" dirty="0">
                <a:latin typeface="Arial Narrow" panose="020B0606020202030204" pitchFamily="34" charset="0"/>
              </a:rPr>
              <a:t>.</a:t>
            </a:r>
          </a:p>
          <a:p>
            <a:r>
              <a:rPr lang="es-ES" i="1" dirty="0" err="1">
                <a:latin typeface="Arial Narrow" panose="020B0606020202030204" pitchFamily="34" charset="0"/>
              </a:rPr>
              <a:t>Clustering</a:t>
            </a:r>
            <a:r>
              <a:rPr lang="es-ES" dirty="0">
                <a:latin typeface="Arial Narrow" panose="020B0606020202030204" pitchFamily="34" charset="0"/>
              </a:rPr>
              <a:t> Jerárquico aplicado solo a los objetos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 compactos.</a:t>
            </a:r>
          </a:p>
          <a:p>
            <a:r>
              <a:rPr lang="es-ES" dirty="0">
                <a:latin typeface="Arial Narrow" panose="020B0606020202030204" pitchFamily="34" charset="0"/>
              </a:rPr>
              <a:t>Visualización: terreno en gris, cada roca en un color distinto.</a:t>
            </a:r>
            <a:br>
              <a:rPr lang="es-ES" dirty="0">
                <a:latin typeface="Arial Narrow" panose="020B0606020202030204" pitchFamily="34" charset="0"/>
              </a:rPr>
            </a:br>
            <a:r>
              <a:rPr lang="es-ES" dirty="0">
                <a:latin typeface="Arial Narrow" panose="020B0606020202030204" pitchFamily="34" charset="0"/>
              </a:rPr>
              <a:t>Es Ascendente, </a:t>
            </a:r>
            <a:r>
              <a:rPr lang="es-ES" i="1" dirty="0" err="1">
                <a:latin typeface="Arial Narrow" panose="020B0606020202030204" pitchFamily="34" charset="0"/>
              </a:rPr>
              <a:t>linkage</a:t>
            </a:r>
            <a:r>
              <a:rPr lang="es-ES" i="1" dirty="0">
                <a:latin typeface="Arial Narrow" panose="020B0606020202030204" pitchFamily="34" charset="0"/>
              </a:rPr>
              <a:t> Ward</a:t>
            </a:r>
            <a:r>
              <a:rPr lang="es-ES" dirty="0">
                <a:latin typeface="Arial Narrow" panose="020B0606020202030204" pitchFamily="34" charset="0"/>
              </a:rPr>
              <a:t>(cómo une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que minimicen el aumento de la varianza entre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), métrica </a:t>
            </a:r>
            <a:r>
              <a:rPr lang="es-ES" dirty="0" err="1">
                <a:latin typeface="Arial Narrow" panose="020B0606020202030204" pitchFamily="34" charset="0"/>
              </a:rPr>
              <a:t>euclideana</a:t>
            </a: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89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0166-50CA-35BC-4543-8892EA07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4037-C545-B35F-79B8-B9905CC4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0118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21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7FA1E743-B507-6DB0-4B70-AD7960EC9EA6}"/>
              </a:ext>
            </a:extLst>
          </p:cNvPr>
          <p:cNvSpPr txBox="1"/>
          <p:nvPr/>
        </p:nvSpPr>
        <p:spPr>
          <a:xfrm>
            <a:off x="1599337" y="228525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Resultados Finales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BBFC2A8E-C311-5780-E6FF-F74EE813EE50}"/>
              </a:ext>
            </a:extLst>
          </p:cNvPr>
          <p:cNvSpPr txBox="1"/>
          <p:nvPr/>
        </p:nvSpPr>
        <p:spPr>
          <a:xfrm>
            <a:off x="1599336" y="656905"/>
            <a:ext cx="750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spc="-100" dirty="0">
                <a:latin typeface="Trebuchet MS" panose="020B0603020202020204" pitchFamily="34" charset="0"/>
              </a:rPr>
              <a:t> 1. </a:t>
            </a:r>
            <a:r>
              <a:rPr lang="en-US" b="1" spc="-100" dirty="0" err="1">
                <a:latin typeface="Trebuchet MS" panose="020B0603020202020204" pitchFamily="34" charset="0"/>
              </a:rPr>
              <a:t>Desempeño</a:t>
            </a:r>
            <a:r>
              <a:rPr lang="en-US" b="1" spc="-100" dirty="0">
                <a:latin typeface="Trebuchet MS" panose="020B0603020202020204" pitchFamily="34" charset="0"/>
              </a:rPr>
              <a:t> de </a:t>
            </a:r>
            <a:r>
              <a:rPr lang="en-US" b="1" spc="-100" dirty="0" err="1">
                <a:latin typeface="Trebuchet MS" panose="020B0603020202020204" pitchFamily="34" charset="0"/>
              </a:rPr>
              <a:t>modelos</a:t>
            </a:r>
            <a:r>
              <a:rPr lang="en-US" b="1" spc="-100" dirty="0">
                <a:latin typeface="Trebuchet MS" panose="020B0603020202020204" pitchFamily="34" charset="0"/>
              </a:rPr>
              <a:t> </a:t>
            </a:r>
            <a:r>
              <a:rPr lang="en-US" b="1" spc="-100" dirty="0" err="1">
                <a:latin typeface="Trebuchet MS" panose="020B0603020202020204" pitchFamily="34" charset="0"/>
              </a:rPr>
              <a:t>en</a:t>
            </a:r>
            <a:r>
              <a:rPr lang="en-US" b="1" spc="-100" dirty="0">
                <a:latin typeface="Trebuchet MS" panose="020B0603020202020204" pitchFamily="34" charset="0"/>
              </a:rPr>
              <a:t> la </a:t>
            </a:r>
            <a:r>
              <a:rPr lang="en-US" b="1" spc="-100" dirty="0" err="1">
                <a:latin typeface="Trebuchet MS" panose="020B0603020202020204" pitchFamily="34" charset="0"/>
              </a:rPr>
              <a:t>Segmentación</a:t>
            </a:r>
            <a:endParaRPr lang="es-CL" b="1" spc="-100" dirty="0">
              <a:latin typeface="Trebuchet MS" panose="020B0603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4B6E25-EDAB-C89E-1C8D-954266911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174870"/>
              </p:ext>
            </p:extLst>
          </p:nvPr>
        </p:nvGraphicFramePr>
        <p:xfrm>
          <a:off x="809132" y="1707452"/>
          <a:ext cx="10515600" cy="173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991696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345989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621493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895035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26360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latin typeface="Arial Narrow" panose="020B0606020202030204" pitchFamily="34" charset="0"/>
                        </a:rPr>
                        <a:t>Modelo</a:t>
                      </a:r>
                      <a:endParaRPr lang="en-US" sz="16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latin typeface="Arial Narrow" panose="020B0606020202030204" pitchFamily="34" charset="0"/>
                        </a:rPr>
                        <a:t>Número</a:t>
                      </a:r>
                      <a:r>
                        <a:rPr lang="en-US" sz="1600" b="1" dirty="0">
                          <a:latin typeface="Arial Narrow" panose="020B0606020202030204" pitchFamily="34" charset="0"/>
                        </a:rPr>
                        <a:t> de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Arial Narrow" panose="020B0606020202030204" pitchFamily="34" charset="0"/>
                        </a:rPr>
                        <a:t>Silhouette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Arial Narrow" panose="020B0606020202030204" pitchFamily="34" charset="0"/>
                        </a:rPr>
                        <a:t>Davies-Bouldin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latin typeface="Arial Narrow" panose="020B0606020202030204" pitchFamily="34" charset="0"/>
                        </a:rPr>
                        <a:t>Comentario</a:t>
                      </a:r>
                      <a:r>
                        <a:rPr lang="en-US" sz="1600" b="1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1600" b="1" dirty="0" err="1">
                          <a:latin typeface="Arial Narrow" panose="020B0606020202030204" pitchFamily="34" charset="0"/>
                        </a:rPr>
                        <a:t>rápido</a:t>
                      </a:r>
                      <a:endParaRPr lang="en-US" sz="1600" b="1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3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 Narrow" panose="020B0606020202030204" pitchFamily="34" charset="0"/>
                        </a:rPr>
                        <a:t>DBSCAN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 Narrow" panose="020B0606020202030204" pitchFamily="34" charset="0"/>
                        </a:rPr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 Narrow" panose="020B0606020202030204" pitchFamily="34" charset="0"/>
                        </a:rPr>
                        <a:t>0.570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Arial Narrow" panose="020B0606020202030204" pitchFamily="34" charset="0"/>
                        </a:rPr>
                        <a:t>buena separación, </a:t>
                      </a:r>
                      <a:r>
                        <a:rPr lang="es-ES" sz="1600" dirty="0" err="1">
                          <a:latin typeface="Arial Narrow" panose="020B0606020202030204" pitchFamily="34" charset="0"/>
                        </a:rPr>
                        <a:t>clusters</a:t>
                      </a:r>
                      <a:r>
                        <a:rPr lang="es-ES" sz="1600" dirty="0">
                          <a:latin typeface="Arial Narrow" panose="020B0606020202030204" pitchFamily="34" charset="0"/>
                        </a:rPr>
                        <a:t> pequeños,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979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Clustering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Jerárquico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0.742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 Narrow" panose="020B0606020202030204" pitchFamily="34" charset="0"/>
                        </a:rPr>
                        <a:t>0.387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Arial Narrow" panose="020B0606020202030204" pitchFamily="34" charset="0"/>
                        </a:rPr>
                        <a:t>Menos </a:t>
                      </a:r>
                      <a:r>
                        <a:rPr lang="es-ES" sz="1600" dirty="0" err="1">
                          <a:latin typeface="Arial Narrow" panose="020B0606020202030204" pitchFamily="34" charset="0"/>
                        </a:rPr>
                        <a:t>clusters</a:t>
                      </a:r>
                      <a:r>
                        <a:rPr lang="es-ES" sz="1600" dirty="0">
                          <a:latin typeface="Arial Narrow" panose="020B0606020202030204" pitchFamily="34" charset="0"/>
                        </a:rPr>
                        <a:t>, ligeramente mejor compactos y separados.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9757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302090-441A-DA9E-8022-3E27103EE9C2}"/>
              </a:ext>
            </a:extLst>
          </p:cNvPr>
          <p:cNvSpPr txBox="1"/>
          <p:nvPr/>
        </p:nvSpPr>
        <p:spPr>
          <a:xfrm>
            <a:off x="348811" y="3931178"/>
            <a:ext cx="5137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Silhouette</a:t>
            </a:r>
            <a:r>
              <a:rPr lang="en-US" dirty="0">
                <a:latin typeface="Arial Narrow" panose="020B0606020202030204" pitchFamily="34" charset="0"/>
              </a:rPr>
              <a:t> (−1 a 1): </a:t>
            </a:r>
            <a:r>
              <a:rPr lang="en-US" dirty="0" err="1">
                <a:latin typeface="Arial Narrow" panose="020B0606020202030204" pitchFamily="34" charset="0"/>
              </a:rPr>
              <a:t>valores</a:t>
            </a:r>
            <a:r>
              <a:rPr lang="en-US" dirty="0">
                <a:latin typeface="Arial Narrow" panose="020B0606020202030204" pitchFamily="34" charset="0"/>
              </a:rPr>
              <a:t> = 1 indican clusters bien </a:t>
            </a:r>
            <a:r>
              <a:rPr lang="en-US" dirty="0" err="1">
                <a:latin typeface="Arial Narrow" panose="020B0606020202030204" pitchFamily="34" charset="0"/>
              </a:rPr>
              <a:t>separados</a:t>
            </a:r>
            <a:r>
              <a:rPr lang="en-US" dirty="0">
                <a:latin typeface="Arial Narrow" panose="020B0606020202030204" pitchFamily="34" charset="0"/>
              </a:rPr>
              <a:t>. Para </a:t>
            </a:r>
            <a:r>
              <a:rPr lang="en-US" dirty="0" err="1">
                <a:latin typeface="Arial Narrow" panose="020B0606020202030204" pitchFamily="34" charset="0"/>
              </a:rPr>
              <a:t>cada</a:t>
            </a:r>
            <a:r>
              <a:rPr lang="en-US" dirty="0">
                <a:latin typeface="Arial Narrow" panose="020B0606020202030204" pitchFamily="34" charset="0"/>
              </a:rPr>
              <a:t> punto (</a:t>
            </a:r>
            <a:r>
              <a:rPr lang="en-US" dirty="0" err="1">
                <a:latin typeface="Arial Narrow" panose="020B0606020202030204" pitchFamily="34" charset="0"/>
              </a:rPr>
              <a:t>i</a:t>
            </a:r>
            <a:r>
              <a:rPr lang="en-US" dirty="0">
                <a:latin typeface="Arial Narrow" panose="020B0606020202030204" pitchFamily="34" charset="0"/>
              </a:rPr>
              <a:t>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915DE-1519-6CFC-668E-C0D04DE2FB21}"/>
              </a:ext>
            </a:extLst>
          </p:cNvPr>
          <p:cNvSpPr txBox="1"/>
          <p:nvPr/>
        </p:nvSpPr>
        <p:spPr>
          <a:xfrm>
            <a:off x="6400802" y="3920726"/>
            <a:ext cx="5642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 Narrow" panose="020B0606020202030204" pitchFamily="34" charset="0"/>
              </a:rPr>
              <a:t>Davies–</a:t>
            </a:r>
            <a:r>
              <a:rPr lang="es-ES" b="1" dirty="0" err="1">
                <a:latin typeface="Arial Narrow" panose="020B0606020202030204" pitchFamily="34" charset="0"/>
              </a:rPr>
              <a:t>Bouldin</a:t>
            </a:r>
            <a:r>
              <a:rPr lang="es-ES" dirty="0">
                <a:latin typeface="Arial Narrow" panose="020B0606020202030204" pitchFamily="34" charset="0"/>
              </a:rPr>
              <a:t> (mayor que 0): valores bajos indican </a:t>
            </a:r>
            <a:r>
              <a:rPr lang="es-ES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 compactos y distintos. Similitud entre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 valores altos indican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 muy dispersos y poco separados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EC230-CACC-4041-C22D-1BA63795982C}"/>
              </a:ext>
            </a:extLst>
          </p:cNvPr>
          <p:cNvSpPr txBox="1"/>
          <p:nvPr/>
        </p:nvSpPr>
        <p:spPr>
          <a:xfrm>
            <a:off x="3700420" y="1207419"/>
            <a:ext cx="6653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Narrow" panose="020B0606020202030204" pitchFamily="34" charset="0"/>
              </a:rPr>
              <a:t>Tabla</a:t>
            </a:r>
            <a:r>
              <a:rPr lang="en-US" b="1" dirty="0">
                <a:latin typeface="Arial Narrow" panose="020B0606020202030204" pitchFamily="34" charset="0"/>
              </a:rPr>
              <a:t> 2</a:t>
            </a:r>
            <a:r>
              <a:rPr lang="en-US" dirty="0">
                <a:latin typeface="Arial Narrow" panose="020B0606020202030204" pitchFamily="34" charset="0"/>
              </a:rPr>
              <a:t>. </a:t>
            </a:r>
            <a:r>
              <a:rPr lang="en-US" dirty="0" err="1">
                <a:latin typeface="Arial Narrow" panose="020B0606020202030204" pitchFamily="34" charset="0"/>
              </a:rPr>
              <a:t>Desempeño</a:t>
            </a:r>
            <a:r>
              <a:rPr lang="en-US" dirty="0">
                <a:latin typeface="Arial Narrow" panose="020B0606020202030204" pitchFamily="34" charset="0"/>
              </a:rPr>
              <a:t> de Clustering (</a:t>
            </a:r>
            <a:r>
              <a:rPr lang="en-US" dirty="0" err="1">
                <a:latin typeface="Arial Narrow" panose="020B0606020202030204" pitchFamily="34" charset="0"/>
              </a:rPr>
              <a:t>Segmentación</a:t>
            </a:r>
            <a:r>
              <a:rPr lang="en-US" dirty="0">
                <a:latin typeface="Arial Narrow" panose="020B0606020202030204" pitchFamily="34" charset="0"/>
              </a:rPr>
              <a:t>)</a:t>
            </a:r>
            <a:r>
              <a:rPr lang="en-US" i="1" dirty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BCE57F-F76F-0E7B-09D2-73AF86C61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1" y="5223829"/>
            <a:ext cx="2042409" cy="6463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D46B02-FC6F-C4B1-A5AF-A34FBDC0A7DB}"/>
              </a:ext>
            </a:extLst>
          </p:cNvPr>
          <p:cNvSpPr txBox="1"/>
          <p:nvPr/>
        </p:nvSpPr>
        <p:spPr>
          <a:xfrm>
            <a:off x="2690232" y="5400777"/>
            <a:ext cx="3074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𝑏(𝑖)= min{</a:t>
            </a:r>
            <a:r>
              <a:rPr lang="en-US" sz="1400" dirty="0" err="1">
                <a:latin typeface="Arial Narrow" panose="020B0606020202030204" pitchFamily="34" charset="0"/>
              </a:rPr>
              <a:t>distancia</a:t>
            </a:r>
            <a:r>
              <a:rPr lang="en-US" sz="1400" dirty="0">
                <a:latin typeface="Arial Narrow" panose="020B0606020202030204" pitchFamily="34" charset="0"/>
              </a:rPr>
              <a:t> media al cluster 𝑘}</a:t>
            </a:r>
          </a:p>
          <a:p>
            <a:r>
              <a:rPr lang="en-US" sz="1400" dirty="0">
                <a:latin typeface="Arial Narrow" panose="020B0606020202030204" pitchFamily="34" charset="0"/>
              </a:rPr>
              <a:t>a(</a:t>
            </a:r>
            <a:r>
              <a:rPr lang="en-US" sz="1400" dirty="0" err="1">
                <a:latin typeface="Arial Narrow" panose="020B0606020202030204" pitchFamily="34" charset="0"/>
              </a:rPr>
              <a:t>i</a:t>
            </a:r>
            <a:r>
              <a:rPr lang="en-US" sz="1400" dirty="0">
                <a:latin typeface="Arial Narrow" panose="020B0606020202030204" pitchFamily="34" charset="0"/>
              </a:rPr>
              <a:t>)=</a:t>
            </a:r>
            <a:r>
              <a:rPr lang="en-US" sz="1400" dirty="0" err="1">
                <a:latin typeface="Arial Narrow" panose="020B0606020202030204" pitchFamily="34" charset="0"/>
              </a:rPr>
              <a:t>distancia</a:t>
            </a:r>
            <a:r>
              <a:rPr lang="en-US" sz="1400" dirty="0">
                <a:latin typeface="Arial Narrow" panose="020B0606020202030204" pitchFamily="34" charset="0"/>
              </a:rPr>
              <a:t> media a </a:t>
            </a:r>
            <a:r>
              <a:rPr lang="en-US" sz="1400" dirty="0" err="1">
                <a:latin typeface="Arial Narrow" panose="020B0606020202030204" pitchFamily="34" charset="0"/>
              </a:rPr>
              <a:t>su</a:t>
            </a:r>
            <a:r>
              <a:rPr lang="en-US" sz="1400" dirty="0">
                <a:latin typeface="Arial Narrow" panose="020B0606020202030204" pitchFamily="34" charset="0"/>
              </a:rPr>
              <a:t> </a:t>
            </a:r>
            <a:r>
              <a:rPr lang="en-US" sz="1400" dirty="0" err="1">
                <a:latin typeface="Arial Narrow" panose="020B0606020202030204" pitchFamily="34" charset="0"/>
              </a:rPr>
              <a:t>propio</a:t>
            </a:r>
            <a:r>
              <a:rPr lang="en-US" sz="1400" dirty="0">
                <a:latin typeface="Arial Narrow" panose="020B0606020202030204" pitchFamily="34" charset="0"/>
              </a:rPr>
              <a:t> cluster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E3F86A-C8E7-D4EA-9055-C9730F5F8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763" y="5400777"/>
            <a:ext cx="1395535" cy="65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20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E8A87-06C3-A23E-812D-191C015B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3352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22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95FF2-936E-A696-41B5-7E926371B632}"/>
              </a:ext>
            </a:extLst>
          </p:cNvPr>
          <p:cNvSpPr txBox="1"/>
          <p:nvPr/>
        </p:nvSpPr>
        <p:spPr>
          <a:xfrm>
            <a:off x="1733402" y="1717429"/>
            <a:ext cx="915093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El preprocesamiento logro eliminar entre 3–7% de puntos </a:t>
            </a:r>
            <a:r>
              <a:rPr lang="es-ES" i="1" dirty="0" err="1">
                <a:latin typeface="Arial Narrow" panose="020B0606020202030204" pitchFamily="34" charset="0"/>
              </a:rPr>
              <a:t>outliers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(limpieza de nubes).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Las 5 características seleccionadas capturan altitud, densidad, rugosidad, orientación y reflectancia, permitiendo seleccionar características que permitan discriminar entre suelo plano de objetos elevados.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PCA explica el 89% de la varianza en un espacio de R 2 solo dos componentes, reduciendo complejidad para la separación de grupos.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DBSCAN y K-</a:t>
            </a:r>
            <a:r>
              <a:rPr lang="es-ES" dirty="0" err="1">
                <a:latin typeface="Arial Narrow" panose="020B0606020202030204" pitchFamily="34" charset="0"/>
              </a:rPr>
              <a:t>Means</a:t>
            </a:r>
            <a:r>
              <a:rPr lang="es-ES" dirty="0">
                <a:latin typeface="Arial Narrow" panose="020B0606020202030204" pitchFamily="34" charset="0"/>
              </a:rPr>
              <a:t> identificaron de 2 a 3 </a:t>
            </a:r>
            <a:r>
              <a:rPr lang="es-ES" i="1" dirty="0" err="1">
                <a:latin typeface="Arial Narrow" panose="020B0606020202030204" pitchFamily="34" charset="0"/>
              </a:rPr>
              <a:t>clusters</a:t>
            </a:r>
            <a:r>
              <a:rPr lang="es-ES" dirty="0">
                <a:latin typeface="Arial Narrow" panose="020B0606020202030204" pitchFamily="34" charset="0"/>
              </a:rPr>
              <a:t> naturales, alineados con terreno, rocas y posibles estructuras como arbustos.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 Narrow" panose="020B0606020202030204" pitchFamily="34" charset="0"/>
              </a:rPr>
              <a:t>Las métricas de </a:t>
            </a:r>
            <a:r>
              <a:rPr lang="es-ES" i="1" dirty="0" err="1">
                <a:latin typeface="Arial Narrow" panose="020B0606020202030204" pitchFamily="34" charset="0"/>
              </a:rPr>
              <a:t>clustering</a:t>
            </a:r>
            <a:r>
              <a:rPr lang="es-ES" i="1" dirty="0">
                <a:latin typeface="Arial Narrow" panose="020B0606020202030204" pitchFamily="34" charset="0"/>
              </a:rPr>
              <a:t> </a:t>
            </a:r>
            <a:r>
              <a:rPr lang="es-ES" dirty="0">
                <a:latin typeface="Arial Narrow" panose="020B0606020202030204" pitchFamily="34" charset="0"/>
              </a:rPr>
              <a:t>junto con la segmentación, muestran que etapa inicial para detectar rocas en nubes de puntos sin necesidad de máscaras de segmentación.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7C133E88-7745-8B39-CE51-A8FC31909FFA}"/>
              </a:ext>
            </a:extLst>
          </p:cNvPr>
          <p:cNvSpPr txBox="1"/>
          <p:nvPr/>
        </p:nvSpPr>
        <p:spPr>
          <a:xfrm>
            <a:off x="1599338" y="532308"/>
            <a:ext cx="75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s-ES" sz="2400" b="1" spc="-100" dirty="0">
                <a:latin typeface="Trebuchet MS" panose="020B0603020202020204" pitchFamily="34" charset="0"/>
              </a:rPr>
              <a:t>06. Conclusiones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130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5869DE-5043-FE17-3293-0A9A7F76728E}"/>
              </a:ext>
            </a:extLst>
          </p:cNvPr>
          <p:cNvSpPr txBox="1"/>
          <p:nvPr/>
        </p:nvSpPr>
        <p:spPr>
          <a:xfrm>
            <a:off x="975045" y="2131087"/>
            <a:ext cx="10968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[2] J. Wang, B. Fei, D. de Silva </a:t>
            </a:r>
            <a:r>
              <a:rPr lang="en-US" dirty="0" err="1">
                <a:latin typeface="Arial Narrow" panose="020B0606020202030204" pitchFamily="34" charset="0"/>
              </a:rPr>
              <a:t>Edirimuni</a:t>
            </a:r>
            <a:r>
              <a:rPr lang="en-US" dirty="0">
                <a:latin typeface="Arial Narrow" panose="020B0606020202030204" pitchFamily="34" charset="0"/>
              </a:rPr>
              <a:t>, Z. Liu, Y. He y X. Lu, “A Survey of Deep Learning-Based Point Cloud Denoising,” </a:t>
            </a:r>
            <a:r>
              <a:rPr lang="en-US" i="1" dirty="0" err="1">
                <a:latin typeface="Arial Narrow" panose="020B0606020202030204" pitchFamily="34" charset="0"/>
              </a:rPr>
              <a:t>arXiv</a:t>
            </a:r>
            <a:r>
              <a:rPr lang="en-US" i="1" dirty="0">
                <a:latin typeface="Arial Narrow" panose="020B0606020202030204" pitchFamily="34" charset="0"/>
              </a:rPr>
              <a:t> preprint arXiv:2508.17011</a:t>
            </a:r>
            <a:r>
              <a:rPr lang="en-US" dirty="0">
                <a:latin typeface="Arial Narrow" panose="020B0606020202030204" pitchFamily="34" charset="0"/>
              </a:rPr>
              <a:t>, 2025.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507DF-E455-8A7F-8E99-424689F962E7}"/>
              </a:ext>
            </a:extLst>
          </p:cNvPr>
          <p:cNvSpPr txBox="1"/>
          <p:nvPr/>
        </p:nvSpPr>
        <p:spPr>
          <a:xfrm>
            <a:off x="975046" y="3059669"/>
            <a:ext cx="10968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[3] Q. Zhou, W. Yang, B. Fei, J. Xu, R. Zhang, K. Liu, Y. Luo, y </a:t>
            </a:r>
            <a:r>
              <a:rPr lang="en-US" dirty="0" err="1">
                <a:latin typeface="Arial Narrow" panose="020B0606020202030204" pitchFamily="34" charset="0"/>
              </a:rPr>
              <a:t>Y</a:t>
            </a:r>
            <a:r>
              <a:rPr lang="en-US" dirty="0">
                <a:latin typeface="Arial Narrow" panose="020B0606020202030204" pitchFamily="34" charset="0"/>
              </a:rPr>
              <a:t>. He, “3DMambaIPF: A State Space Model for Iterative Point Cloud Filtering via Differentiable Rendering,” </a:t>
            </a:r>
            <a:r>
              <a:rPr lang="en-US" i="1" dirty="0">
                <a:latin typeface="Arial Narrow" panose="020B0606020202030204" pitchFamily="34" charset="0"/>
              </a:rPr>
              <a:t>Proc. of the AAAI Conf. on Artificial Intelligence</a:t>
            </a:r>
            <a:r>
              <a:rPr lang="en-US" dirty="0">
                <a:latin typeface="Arial Narrow" panose="020B0606020202030204" pitchFamily="34" charset="0"/>
              </a:rPr>
              <a:t>, vol. 39, no. 10, pp. 10843–10851, 2025, doi:10.1609/aaai.v39i10.33178.</a:t>
            </a:r>
          </a:p>
        </p:txBody>
      </p:sp>
      <p:sp>
        <p:nvSpPr>
          <p:cNvPr id="8" name="CuadroTexto 5">
            <a:extLst>
              <a:ext uri="{FF2B5EF4-FFF2-40B4-BE49-F238E27FC236}">
                <a16:creationId xmlns:a16="http://schemas.microsoft.com/office/drawing/2014/main" id="{1A8D5310-6944-57F8-4FB2-F84E291290CA}"/>
              </a:ext>
            </a:extLst>
          </p:cNvPr>
          <p:cNvSpPr txBox="1"/>
          <p:nvPr/>
        </p:nvSpPr>
        <p:spPr>
          <a:xfrm>
            <a:off x="1492312" y="424513"/>
            <a:ext cx="296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pc="-100" dirty="0">
                <a:latin typeface="Trebuchet MS" panose="020B0603020202020204" pitchFamily="34" charset="0"/>
              </a:rPr>
              <a:t>Bibliografías</a:t>
            </a:r>
            <a:endParaRPr lang="es-CL" sz="2400" b="1" spc="-100" dirty="0">
              <a:latin typeface="Trebuchet MS" panose="020B0603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8563B0-75BF-5006-C4F2-060E3035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2120" y="6173787"/>
            <a:ext cx="2743200" cy="365125"/>
          </a:xfrm>
        </p:spPr>
        <p:txBody>
          <a:bodyPr/>
          <a:lstStyle/>
          <a:p>
            <a:fld id="{C7916C66-CE7D-49F9-91E1-02E5E62A1EEA}" type="slidenum">
              <a:rPr lang="es-CL" sz="1600" b="1" smtClean="0">
                <a:solidFill>
                  <a:schemeClr val="tx1"/>
                </a:solidFill>
              </a:rPr>
              <a:t>23</a:t>
            </a:fld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CE5B8-EC32-863B-B91C-3FA2FCA35B88}"/>
              </a:ext>
            </a:extLst>
          </p:cNvPr>
          <p:cNvSpPr txBox="1"/>
          <p:nvPr/>
        </p:nvSpPr>
        <p:spPr>
          <a:xfrm>
            <a:off x="975046" y="1426522"/>
            <a:ext cx="11216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[1] L. Wu, X. Cheng, Y. Xu, H. Zeng, and J. Hou, "Unsupervised 3D Point Cloud Completion via Multi-View Adversarial Learning," IEEE Trans. Vis. </a:t>
            </a:r>
            <a:r>
              <a:rPr lang="en-US" dirty="0" err="1">
                <a:latin typeface="Arial Narrow" panose="020B0606020202030204" pitchFamily="34" charset="0"/>
              </a:rPr>
              <a:t>Comput</a:t>
            </a:r>
            <a:r>
              <a:rPr lang="en-US" dirty="0">
                <a:latin typeface="Arial Narrow" panose="020B0606020202030204" pitchFamily="34" charset="0"/>
              </a:rPr>
              <a:t>. Graph., vol. 31, no. 10, pp. 7890–7904, Oct. 2025, </a:t>
            </a:r>
            <a:r>
              <a:rPr lang="en-US" dirty="0" err="1">
                <a:latin typeface="Arial Narrow" panose="020B0606020202030204" pitchFamily="34" charset="0"/>
              </a:rPr>
              <a:t>doi</a:t>
            </a:r>
            <a:r>
              <a:rPr lang="en-US" dirty="0">
                <a:latin typeface="Arial Narrow" panose="020B0606020202030204" pitchFamily="34" charset="0"/>
              </a:rPr>
              <a:t>: 10.1109/TVCG.2025.3559340.</a:t>
            </a:r>
          </a:p>
        </p:txBody>
      </p:sp>
    </p:spTree>
    <p:extLst>
      <p:ext uri="{BB962C8B-B14F-4D97-AF65-F5344CB8AC3E}">
        <p14:creationId xmlns:p14="http://schemas.microsoft.com/office/powerpoint/2010/main" val="2354971858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6595</TotalTime>
  <Words>1853</Words>
  <Application>Microsoft Office PowerPoint</Application>
  <PresentationFormat>Widescreen</PresentationFormat>
  <Paragraphs>208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arial</vt:lpstr>
      <vt:lpstr>arial</vt:lpstr>
      <vt:lpstr>Arial Narrow</vt:lpstr>
      <vt:lpstr>Calibri</vt:lpstr>
      <vt:lpstr>Calibri Light</vt:lpstr>
      <vt:lpstr>MADE TOMMY</vt:lpstr>
      <vt:lpstr>MADETOMMY-LIGHT</vt:lpstr>
      <vt:lpstr>Trebuchet MS</vt:lpstr>
      <vt:lpstr>2_Tema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Angel Pérez Pérez</cp:lastModifiedBy>
  <cp:revision>105</cp:revision>
  <dcterms:created xsi:type="dcterms:W3CDTF">2022-08-26T15:29:11Z</dcterms:created>
  <dcterms:modified xsi:type="dcterms:W3CDTF">2026-05-07T22:38:32Z</dcterms:modified>
</cp:coreProperties>
</file>